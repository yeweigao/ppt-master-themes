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1811000" cy="16706850" type="custom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Bold boardroom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cover-pic1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"/>
              <a:t>Click to add picture</a:t>
            </a:r>
            <a:endParaRPr lang="en"/>
          </a:p>
        </p:txBody>
      </p:sp>
      <p:sp>
        <p:nvSpPr>
          <p:cNvPr id="3" name="br-cover-p2 Placeholder"/>
          <p:cNvSpPr>
            <a:spLocks noGrp="1"/>
          </p:cNvSpPr>
          <p:nvPr>
            <p:ph type="body" idx="2"/>
          </p:nvPr>
        </p:nvSpPr>
        <p:spPr>
          <a:xfrm>
            <a:off x="1047750" y="952500"/>
            <a:ext cx="3429000" cy="52054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 lang="en"/>
            </a:lvl1pPr>
          </a:lstStyle>
          <a:p>
            <a:pPr algn="l" marL="0" indent="0">
              <a:buNone/>
            </a:pPr>
            <a:r>
              <a:rPr lang="en" sz="1720" b="1" spc="1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" name="br-cover-p3 Placeholder"/>
          <p:cNvSpPr>
            <a:spLocks noGrp="1"/>
          </p:cNvSpPr>
          <p:nvPr>
            <p:ph type="body" idx="3"/>
          </p:nvPr>
        </p:nvSpPr>
        <p:spPr>
          <a:xfrm>
            <a:off x="8191500" y="952500"/>
            <a:ext cx="2762250" cy="4438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r" marL="0" indent="0">
              <a:buNone/>
            </a:pPr>
            <a:r>
              <a:rPr lang="en" sz="900" b="1" spc="135" dirty="0">
                <a:solidFill>
                  <a:srgbClr val="C8D5D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cover-p4 Placeholder"/>
          <p:cNvSpPr>
            <a:spLocks noGrp="1"/>
          </p:cNvSpPr>
          <p:nvPr>
            <p:ph type="body" idx="4"/>
          </p:nvPr>
        </p:nvSpPr>
        <p:spPr>
          <a:xfrm>
            <a:off x="857250" y="2266950"/>
            <a:ext cx="7429500" cy="4076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00" lang="en"/>
            </a:lvl1pPr>
          </a:lstStyle>
          <a:p>
            <a:pPr algn="l" marL="0" indent="0">
              <a:buNone/>
            </a:pPr>
            <a:r>
              <a:rPr lang="en" sz="1200" b="1" spc="22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6" name="br-cover-p5 Placeholder"/>
          <p:cNvSpPr>
            <a:spLocks noGrp="1"/>
          </p:cNvSpPr>
          <p:nvPr>
            <p:ph type="title" idx="5"/>
          </p:nvPr>
        </p:nvSpPr>
        <p:spPr>
          <a:xfrm>
            <a:off x="857250" y="3028950"/>
            <a:ext cx="9715500" cy="4476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600" lang="en"/>
            </a:lvl1pPr>
          </a:lstStyle>
          <a:p>
            <a:pPr algn="l">
              <a:lnSpc>
                <a:spcPts val="9900"/>
              </a:lnSpc>
            </a:pPr>
            <a:r>
              <a:rPr lang="en" sz="9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"/>
          </a:p>
        </p:txBody>
      </p:sp>
      <p:sp>
        <p:nvSpPr>
          <p:cNvPr id="7" name="br-cover-p6 Placeholder"/>
          <p:cNvSpPr>
            <a:spLocks noGrp="1"/>
          </p:cNvSpPr>
          <p:nvPr>
            <p:ph type="subTitle" idx="6"/>
          </p:nvPr>
        </p:nvSpPr>
        <p:spPr>
          <a:xfrm>
            <a:off x="857250" y="832485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"/>
            </a:lvl1pPr>
          </a:lstStyle>
          <a:p>
            <a:pPr algn="l" marL="0" indent="0">
              <a:lnSpc>
                <a:spcPts val="3150"/>
              </a:lnSpc>
              <a:buNone/>
            </a:pPr>
            <a:r>
              <a:rPr lang="en" sz="2250" dirty="0">
                <a:solidFill>
                  <a:srgbClr val="D8E2E9"/>
                </a:solidFill>
                <a:latin typeface="+mj-lt"/>
                <a:ea typeface="+mj-ea"/>
                <a:cs typeface="+mj-cs"/>
              </a:rPr>
              <a:t>Click to add subtitle</a:t>
            </a:r>
            <a:endParaRPr lang="en"/>
          </a:p>
        </p:txBody>
      </p:sp>
      <p:sp>
        <p:nvSpPr>
          <p:cNvPr id="8" name="br-cover-p7 Placeholder"/>
          <p:cNvSpPr>
            <a:spLocks noGrp="1"/>
          </p:cNvSpPr>
          <p:nvPr>
            <p:ph type="body" idx="7"/>
          </p:nvPr>
        </p:nvSpPr>
        <p:spPr>
          <a:xfrm>
            <a:off x="857250" y="10648950"/>
            <a:ext cx="72390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20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cover-p8 Placeholder"/>
          <p:cNvSpPr>
            <a:spLocks noGrp="1"/>
          </p:cNvSpPr>
          <p:nvPr>
            <p:ph type="body" idx="8"/>
          </p:nvPr>
        </p:nvSpPr>
        <p:spPr>
          <a:xfrm>
            <a:off x="857250" y="12477750"/>
            <a:ext cx="2667000" cy="8124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450" lang="en"/>
            </a:lvl1pPr>
          </a:lstStyle>
          <a:p>
            <a:pPr algn="l" marL="0" indent="0">
              <a:buNone/>
            </a:pPr>
            <a:r>
              <a:rPr lang="en" sz="34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0" name="br-cover-p9 Placeholder"/>
          <p:cNvSpPr>
            <a:spLocks noGrp="1"/>
          </p:cNvSpPr>
          <p:nvPr>
            <p:ph type="body" idx="9"/>
          </p:nvPr>
        </p:nvSpPr>
        <p:spPr>
          <a:xfrm>
            <a:off x="857250" y="13087350"/>
            <a:ext cx="26670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35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cover-p10 Placeholder"/>
          <p:cNvSpPr>
            <a:spLocks noGrp="1"/>
          </p:cNvSpPr>
          <p:nvPr>
            <p:ph type="body" idx="10"/>
          </p:nvPr>
        </p:nvSpPr>
        <p:spPr>
          <a:xfrm>
            <a:off x="3714750" y="12477750"/>
            <a:ext cx="2667000" cy="8124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450" lang="en"/>
            </a:lvl1pPr>
          </a:lstStyle>
          <a:p>
            <a:pPr algn="l" marL="0" indent="0">
              <a:buNone/>
            </a:pPr>
            <a:r>
              <a:rPr lang="en" sz="34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cover-p11 Placeholder"/>
          <p:cNvSpPr>
            <a:spLocks noGrp="1"/>
          </p:cNvSpPr>
          <p:nvPr>
            <p:ph type="body" idx="11"/>
          </p:nvPr>
        </p:nvSpPr>
        <p:spPr>
          <a:xfrm>
            <a:off x="3714750" y="13087350"/>
            <a:ext cx="26670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35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cover-p12 Placeholder"/>
          <p:cNvSpPr>
            <a:spLocks noGrp="1"/>
          </p:cNvSpPr>
          <p:nvPr>
            <p:ph type="body" idx="12"/>
          </p:nvPr>
        </p:nvSpPr>
        <p:spPr>
          <a:xfrm>
            <a:off x="6572250" y="12477750"/>
            <a:ext cx="2667000" cy="81248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450" lang="en"/>
            </a:lvl1pPr>
          </a:lstStyle>
          <a:p>
            <a:pPr algn="l" marL="0" indent="0">
              <a:buNone/>
            </a:pPr>
            <a:r>
              <a:rPr lang="en" sz="34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cover-p13 Placeholder"/>
          <p:cNvSpPr>
            <a:spLocks noGrp="1"/>
          </p:cNvSpPr>
          <p:nvPr>
            <p:ph type="body" idx="13"/>
          </p:nvPr>
        </p:nvSpPr>
        <p:spPr>
          <a:xfrm>
            <a:off x="6572250" y="13087350"/>
            <a:ext cx="26670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35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cover-p14 Placeholder"/>
          <p:cNvSpPr>
            <a:spLocks noGrp="1"/>
          </p:cNvSpPr>
          <p:nvPr>
            <p:ph type="body" idx="14"/>
          </p:nvPr>
        </p:nvSpPr>
        <p:spPr>
          <a:xfrm>
            <a:off x="857250" y="15068550"/>
            <a:ext cx="7239000" cy="4110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12" dirty="0">
                <a:solidFill>
                  <a:srgbClr val="C8D5D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6" name="br-cover-p15 Placeholder"/>
          <p:cNvSpPr>
            <a:spLocks noGrp="1"/>
          </p:cNvSpPr>
          <p:nvPr>
            <p:ph type="sldNum" idx="15"/>
          </p:nvPr>
        </p:nvSpPr>
        <p:spPr>
          <a:xfrm>
            <a:off x="9906000" y="15068550"/>
            <a:ext cx="1047750" cy="4162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050" lang="en"/>
            </a:lvl1pPr>
          </a:lstStyle>
          <a:p>
            <a:pPr algn="r"/>
            <a:fld id="{37753893-95EF-455B-A6EA-AC1988821131}" type="slidenum">
              <a:rPr lang="e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4142688194"/>
      </p:ext>
    </p:extLst>
  </p:cSld>
  <p:clrMapOvr>
    <a:masterClrMapping/>
  </p:clrMapOvr>
  <p:hf hdr="0" dt="0" ftr="0" sldNum="1"/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e argument in on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argument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argument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D8A934D2-9AD7-4C3E-855C-1CB7CC4B856F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argument-p3 Placeholder"/>
          <p:cNvSpPr>
            <a:spLocks noGrp="1"/>
          </p:cNvSpPr>
          <p:nvPr>
            <p:ph type="body" idx="3"/>
          </p:nvPr>
        </p:nvSpPr>
        <p:spPr>
          <a:xfrm>
            <a:off x="857250" y="12001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argument-p4 Placeholder"/>
          <p:cNvSpPr>
            <a:spLocks noGrp="1"/>
          </p:cNvSpPr>
          <p:nvPr>
            <p:ph type="title" idx="4"/>
          </p:nvPr>
        </p:nvSpPr>
        <p:spPr>
          <a:xfrm>
            <a:off x="857250" y="1600200"/>
            <a:ext cx="9810750" cy="1499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050" lang="en"/>
            </a:lvl1pPr>
          </a:lstStyle>
          <a:p>
            <a:pPr algn="l">
              <a:lnSpc>
                <a:spcPts val="4779"/>
              </a:lnSpc>
            </a:pPr>
            <a:r>
              <a:rPr lang="en" sz="405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argument-p5 Placeholder"/>
          <p:cNvSpPr>
            <a:spLocks noGrp="1"/>
          </p:cNvSpPr>
          <p:nvPr>
            <p:ph type="body" idx="5"/>
          </p:nvPr>
        </p:nvSpPr>
        <p:spPr>
          <a:xfrm>
            <a:off x="857250" y="3543300"/>
            <a:ext cx="8382000" cy="97345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650" lang="en"/>
            </a:lvl1pPr>
          </a:lstStyle>
          <a:p>
            <a:pPr algn="l" marL="0" indent="0">
              <a:lnSpc>
                <a:spcPts val="2228"/>
              </a:lnSpc>
              <a:buNone/>
            </a:pPr>
            <a:r>
              <a:rPr lang="en" sz="16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argument-p6 Placeholder"/>
          <p:cNvSpPr>
            <a:spLocks noGrp="1"/>
          </p:cNvSpPr>
          <p:nvPr>
            <p:ph type="body" idx="6"/>
          </p:nvPr>
        </p:nvSpPr>
        <p:spPr>
          <a:xfrm>
            <a:off x="857250" y="5505450"/>
            <a:ext cx="571500" cy="525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8" name="br-argument-p7 Placeholder"/>
          <p:cNvSpPr>
            <a:spLocks noGrp="1"/>
          </p:cNvSpPr>
          <p:nvPr>
            <p:ph type="body" idx="7"/>
          </p:nvPr>
        </p:nvSpPr>
        <p:spPr>
          <a:xfrm>
            <a:off x="857250" y="6115050"/>
            <a:ext cx="31432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020" lang="en"/>
            </a:lvl1pPr>
          </a:lstStyle>
          <a:p>
            <a:pPr algn="l" marL="0" indent="0">
              <a:lnSpc>
                <a:spcPts val="2475"/>
              </a:lnSpc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argument-p8 Placeholder"/>
          <p:cNvSpPr>
            <a:spLocks noGrp="1"/>
          </p:cNvSpPr>
          <p:nvPr>
            <p:ph type="body" idx="8"/>
          </p:nvPr>
        </p:nvSpPr>
        <p:spPr>
          <a:xfrm>
            <a:off x="857250" y="7239000"/>
            <a:ext cx="3143250" cy="2000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 lang="en"/>
            </a:lvl1pPr>
          </a:lstStyle>
          <a:p>
            <a:pPr algn="l" marL="0" indent="0">
              <a:lnSpc>
                <a:spcPts val="2100"/>
              </a:lnSpc>
              <a:buNone/>
            </a:pP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0" name="br-argument-p9 Placeholder"/>
          <p:cNvSpPr>
            <a:spLocks noGrp="1"/>
          </p:cNvSpPr>
          <p:nvPr>
            <p:ph type="body" idx="9"/>
          </p:nvPr>
        </p:nvSpPr>
        <p:spPr>
          <a:xfrm>
            <a:off x="4381500" y="5505450"/>
            <a:ext cx="571500" cy="525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argument-p10 Placeholder"/>
          <p:cNvSpPr>
            <a:spLocks noGrp="1"/>
          </p:cNvSpPr>
          <p:nvPr>
            <p:ph type="body" idx="10"/>
          </p:nvPr>
        </p:nvSpPr>
        <p:spPr>
          <a:xfrm>
            <a:off x="4381500" y="6115050"/>
            <a:ext cx="31432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020" lang="en"/>
            </a:lvl1pPr>
          </a:lstStyle>
          <a:p>
            <a:pPr algn="l" marL="0" indent="0">
              <a:lnSpc>
                <a:spcPts val="2475"/>
              </a:lnSpc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argument-p11 Placeholder"/>
          <p:cNvSpPr>
            <a:spLocks noGrp="1"/>
          </p:cNvSpPr>
          <p:nvPr>
            <p:ph type="body" idx="11"/>
          </p:nvPr>
        </p:nvSpPr>
        <p:spPr>
          <a:xfrm>
            <a:off x="4381500" y="7239000"/>
            <a:ext cx="3143250" cy="2000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 lang="en"/>
            </a:lvl1pPr>
          </a:lstStyle>
          <a:p>
            <a:pPr algn="l" marL="0" indent="0">
              <a:lnSpc>
                <a:spcPts val="2100"/>
              </a:lnSpc>
              <a:buNone/>
            </a:pP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3" name="br-argument-p12 Placeholder"/>
          <p:cNvSpPr>
            <a:spLocks noGrp="1"/>
          </p:cNvSpPr>
          <p:nvPr>
            <p:ph type="body" idx="12"/>
          </p:nvPr>
        </p:nvSpPr>
        <p:spPr>
          <a:xfrm>
            <a:off x="7905750" y="5505450"/>
            <a:ext cx="571500" cy="525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argument-p13 Placeholder"/>
          <p:cNvSpPr>
            <a:spLocks noGrp="1"/>
          </p:cNvSpPr>
          <p:nvPr>
            <p:ph type="body" idx="13"/>
          </p:nvPr>
        </p:nvSpPr>
        <p:spPr>
          <a:xfrm>
            <a:off x="7905750" y="6115050"/>
            <a:ext cx="314325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020" lang="en"/>
            </a:lvl1pPr>
          </a:lstStyle>
          <a:p>
            <a:pPr algn="l" marL="0" indent="0">
              <a:lnSpc>
                <a:spcPts val="2475"/>
              </a:lnSpc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argument-p14 Placeholder"/>
          <p:cNvSpPr>
            <a:spLocks noGrp="1"/>
          </p:cNvSpPr>
          <p:nvPr>
            <p:ph type="body" idx="14"/>
          </p:nvPr>
        </p:nvSpPr>
        <p:spPr>
          <a:xfrm>
            <a:off x="7905750" y="7239000"/>
            <a:ext cx="3143250" cy="2000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350" lang="en"/>
            </a:lvl1pPr>
          </a:lstStyle>
          <a:p>
            <a:pPr algn="l" marL="0" indent="0">
              <a:lnSpc>
                <a:spcPts val="2100"/>
              </a:lnSpc>
              <a:buNone/>
            </a:pP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6" name="br-argument-p15 Placeholder"/>
          <p:cNvSpPr>
            <a:spLocks noGrp="1"/>
          </p:cNvSpPr>
          <p:nvPr>
            <p:ph type="body" idx="15"/>
          </p:nvPr>
        </p:nvSpPr>
        <p:spPr>
          <a:xfrm>
            <a:off x="857250" y="9906000"/>
            <a:ext cx="3048000" cy="1177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5400" lang="en"/>
            </a:lvl1pPr>
          </a:lstStyle>
          <a:p>
            <a:pPr algn="l" marL="0" indent="0">
              <a:buNone/>
            </a:pPr>
            <a:r>
              <a:rPr lang="en" sz="54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7" name="br-argument-p16 Placeholder"/>
          <p:cNvSpPr>
            <a:spLocks noGrp="1"/>
          </p:cNvSpPr>
          <p:nvPr>
            <p:ph type="body" idx="16"/>
          </p:nvPr>
        </p:nvSpPr>
        <p:spPr>
          <a:xfrm>
            <a:off x="857250" y="10687050"/>
            <a:ext cx="30480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3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8" name="br-argument-p17 Placeholder"/>
          <p:cNvSpPr>
            <a:spLocks noGrp="1"/>
          </p:cNvSpPr>
          <p:nvPr>
            <p:ph type="body" idx="17"/>
          </p:nvPr>
        </p:nvSpPr>
        <p:spPr>
          <a:xfrm>
            <a:off x="4381500" y="9906000"/>
            <a:ext cx="3048000" cy="1177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5400" lang="en"/>
            </a:lvl1pPr>
          </a:lstStyle>
          <a:p>
            <a:pPr algn="l" marL="0" indent="0">
              <a:buNone/>
            </a:pPr>
            <a:r>
              <a:rPr lang="en" sz="54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9" name="br-argument-p18 Placeholder"/>
          <p:cNvSpPr>
            <a:spLocks noGrp="1"/>
          </p:cNvSpPr>
          <p:nvPr>
            <p:ph type="body" idx="18"/>
          </p:nvPr>
        </p:nvSpPr>
        <p:spPr>
          <a:xfrm>
            <a:off x="4381500" y="10687050"/>
            <a:ext cx="30480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3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0" name="br-argument-p19 Placeholder"/>
          <p:cNvSpPr>
            <a:spLocks noGrp="1"/>
          </p:cNvSpPr>
          <p:nvPr>
            <p:ph type="body" idx="19"/>
          </p:nvPr>
        </p:nvSpPr>
        <p:spPr>
          <a:xfrm>
            <a:off x="7905750" y="9906000"/>
            <a:ext cx="3048000" cy="1177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5400" lang="en"/>
            </a:lvl1pPr>
          </a:lstStyle>
          <a:p>
            <a:pPr algn="l" marL="0" indent="0">
              <a:buNone/>
            </a:pPr>
            <a:r>
              <a:rPr lang="en" sz="54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1" name="br-argument-p20 Placeholder"/>
          <p:cNvSpPr>
            <a:spLocks noGrp="1"/>
          </p:cNvSpPr>
          <p:nvPr>
            <p:ph type="body" idx="20"/>
          </p:nvPr>
        </p:nvSpPr>
        <p:spPr>
          <a:xfrm>
            <a:off x="7905750" y="10687050"/>
            <a:ext cx="30480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3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2" name="br-argument-p21 Placeholder"/>
          <p:cNvSpPr>
            <a:spLocks noGrp="1"/>
          </p:cNvSpPr>
          <p:nvPr>
            <p:ph type="body" idx="21"/>
          </p:nvPr>
        </p:nvSpPr>
        <p:spPr>
          <a:xfrm>
            <a:off x="857250" y="12115800"/>
            <a:ext cx="47625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3" name="br-argument-p22 Placeholder"/>
          <p:cNvSpPr>
            <a:spLocks noGrp="1"/>
          </p:cNvSpPr>
          <p:nvPr>
            <p:ph type="body" idx="22"/>
          </p:nvPr>
        </p:nvSpPr>
        <p:spPr>
          <a:xfrm>
            <a:off x="857250" y="12515850"/>
            <a:ext cx="3810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320" lang="en"/>
            </a:lvl1pPr>
          </a:lstStyle>
          <a:p>
            <a:pPr algn="l" marL="0" indent="0">
              <a:lnSpc>
                <a:spcPts val="3000"/>
              </a:lnSpc>
              <a:buNone/>
            </a:pPr>
            <a:r>
              <a:rPr lang="en" sz="232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4" name="br-argument-p23 Placeholder"/>
          <p:cNvSpPr>
            <a:spLocks noGrp="1"/>
          </p:cNvSpPr>
          <p:nvPr>
            <p:ph type="body" idx="23"/>
          </p:nvPr>
        </p:nvSpPr>
        <p:spPr>
          <a:xfrm>
            <a:off x="5048250" y="12382500"/>
            <a:ext cx="1809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2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5" name="br-argument-p24 Placeholder"/>
          <p:cNvSpPr>
            <a:spLocks noGrp="1"/>
          </p:cNvSpPr>
          <p:nvPr>
            <p:ph type="body" idx="24"/>
          </p:nvPr>
        </p:nvSpPr>
        <p:spPr>
          <a:xfrm>
            <a:off x="5048250" y="12706350"/>
            <a:ext cx="18097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 lang="en"/>
            </a:lvl1pPr>
          </a:lstStyle>
          <a:p>
            <a:pPr algn="l" marL="0" indent="0">
              <a:lnSpc>
                <a:spcPts val="1800"/>
              </a:lnSpc>
              <a:buNone/>
            </a:pPr>
            <a: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6" name="br-argument-p25 Placeholder"/>
          <p:cNvSpPr>
            <a:spLocks noGrp="1"/>
          </p:cNvSpPr>
          <p:nvPr>
            <p:ph type="body" idx="25"/>
          </p:nvPr>
        </p:nvSpPr>
        <p:spPr>
          <a:xfrm>
            <a:off x="7048500" y="12382500"/>
            <a:ext cx="1809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2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7" name="br-argument-p26 Placeholder"/>
          <p:cNvSpPr>
            <a:spLocks noGrp="1"/>
          </p:cNvSpPr>
          <p:nvPr>
            <p:ph type="body" idx="26"/>
          </p:nvPr>
        </p:nvSpPr>
        <p:spPr>
          <a:xfrm>
            <a:off x="7048500" y="12706350"/>
            <a:ext cx="18097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 lang="en"/>
            </a:lvl1pPr>
          </a:lstStyle>
          <a:p>
            <a:pPr algn="l" marL="0" indent="0">
              <a:lnSpc>
                <a:spcPts val="1800"/>
              </a:lnSpc>
              <a:buNone/>
            </a:pPr>
            <a: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8" name="br-argument-p27 Placeholder"/>
          <p:cNvSpPr>
            <a:spLocks noGrp="1"/>
          </p:cNvSpPr>
          <p:nvPr>
            <p:ph type="body" idx="27"/>
          </p:nvPr>
        </p:nvSpPr>
        <p:spPr>
          <a:xfrm>
            <a:off x="9048750" y="12382500"/>
            <a:ext cx="1809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2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9" name="br-argument-p28 Placeholder"/>
          <p:cNvSpPr>
            <a:spLocks noGrp="1"/>
          </p:cNvSpPr>
          <p:nvPr>
            <p:ph type="body" idx="28"/>
          </p:nvPr>
        </p:nvSpPr>
        <p:spPr>
          <a:xfrm>
            <a:off x="9048750" y="12706350"/>
            <a:ext cx="18097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 lang="en"/>
            </a:lvl1pPr>
          </a:lstStyle>
          <a:p>
            <a:pPr algn="l" marL="0" indent="0">
              <a:lnSpc>
                <a:spcPts val="1800"/>
              </a:lnSpc>
              <a:buNone/>
            </a:pPr>
            <a: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0" name="br-argument-p29 Placeholder"/>
          <p:cNvSpPr>
            <a:spLocks noGrp="1"/>
          </p:cNvSpPr>
          <p:nvPr>
            <p:ph type="body" idx="29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1" name="br-argument-p30 Placeholder"/>
          <p:cNvSpPr>
            <a:spLocks noGrp="1"/>
          </p:cNvSpPr>
          <p:nvPr>
            <p:ph type="body" idx="30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2" name="br-argument-p31 Placeholder"/>
          <p:cNvSpPr>
            <a:spLocks noGrp="1"/>
          </p:cNvSpPr>
          <p:nvPr>
            <p:ph type="sldNum" idx="31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40BA507C-2666-4A12-92AD-6EE8AEF2F4B4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2683331250"/>
      </p:ext>
    </p:extLst>
  </p:cSld>
  <p:clrMapOvr>
    <a:masterClrMapping/>
  </p:clrMapOvr>
  <p:hf hdr="0" dt="0" ftr="0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s / five deci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contents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contents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ACAECD42-13F8-4BFB-9665-7069FBEEFA1F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contents-p3 Placeholder"/>
          <p:cNvSpPr>
            <a:spLocks noGrp="1"/>
          </p:cNvSpPr>
          <p:nvPr>
            <p:ph type="body" idx="3"/>
          </p:nvPr>
        </p:nvSpPr>
        <p:spPr>
          <a:xfrm>
            <a:off x="857250" y="13144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contents-p4 Placeholder"/>
          <p:cNvSpPr>
            <a:spLocks noGrp="1"/>
          </p:cNvSpPr>
          <p:nvPr>
            <p:ph type="title" idx="4"/>
          </p:nvPr>
        </p:nvSpPr>
        <p:spPr>
          <a:xfrm>
            <a:off x="857250" y="1714500"/>
            <a:ext cx="9810750" cy="8926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050" lang="en"/>
            </a:lvl1pPr>
          </a:lstStyle>
          <a:p>
            <a:pPr algn="l"/>
            <a:r>
              <a:rPr lang="en" sz="405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contents-p5 Placeholder"/>
          <p:cNvSpPr>
            <a:spLocks noGrp="1"/>
          </p:cNvSpPr>
          <p:nvPr>
            <p:ph type="body" idx="5"/>
          </p:nvPr>
        </p:nvSpPr>
        <p:spPr>
          <a:xfrm>
            <a:off x="857250" y="2647950"/>
            <a:ext cx="7239000" cy="1012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 lang="en"/>
            </a:lvl1pPr>
          </a:lstStyle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contents-p6 Placeholder"/>
          <p:cNvSpPr>
            <a:spLocks noGrp="1"/>
          </p:cNvSpPr>
          <p:nvPr>
            <p:ph type="body" idx="6"/>
          </p:nvPr>
        </p:nvSpPr>
        <p:spPr>
          <a:xfrm>
            <a:off x="857250" y="4114800"/>
            <a:ext cx="571500" cy="6334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"/>
            </a:lvl1pPr>
          </a:lstStyle>
          <a:p>
            <a:pPr algn="l" marL="0" indent="0">
              <a:buNone/>
            </a:pPr>
            <a:r>
              <a:rPr lang="en" sz="225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8" name="br-contents-p7 Placeholder"/>
          <p:cNvSpPr>
            <a:spLocks noGrp="1"/>
          </p:cNvSpPr>
          <p:nvPr>
            <p:ph type="body" idx="7"/>
          </p:nvPr>
        </p:nvSpPr>
        <p:spPr>
          <a:xfrm>
            <a:off x="1524000" y="4076700"/>
            <a:ext cx="5334000" cy="5605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020" lang="en"/>
            </a:lvl1pPr>
          </a:lstStyle>
          <a:p>
            <a:pPr algn="l" marL="0" indent="0"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contents-p8 Placeholder"/>
          <p:cNvSpPr>
            <a:spLocks noGrp="1"/>
          </p:cNvSpPr>
          <p:nvPr>
            <p:ph type="body" idx="8"/>
          </p:nvPr>
        </p:nvSpPr>
        <p:spPr>
          <a:xfrm>
            <a:off x="1524000" y="459105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buNone/>
            </a:pPr>
            <a:r>
              <a:rPr lang="en" sz="12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0" name="br-contents-p9 Placeholder"/>
          <p:cNvSpPr>
            <a:spLocks noGrp="1"/>
          </p:cNvSpPr>
          <p:nvPr>
            <p:ph type="body" idx="9"/>
          </p:nvPr>
        </p:nvSpPr>
        <p:spPr>
          <a:xfrm>
            <a:off x="7239000" y="4076700"/>
            <a:ext cx="666750" cy="4976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r" marL="0" indent="0">
              <a:buNone/>
            </a:pPr>
            <a:r>
              <a:rPr lang="en" sz="112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contents-p10 Placeholder"/>
          <p:cNvSpPr>
            <a:spLocks noGrp="1"/>
          </p:cNvSpPr>
          <p:nvPr>
            <p:ph type="body" idx="10"/>
          </p:nvPr>
        </p:nvSpPr>
        <p:spPr>
          <a:xfrm>
            <a:off x="857250" y="5886450"/>
            <a:ext cx="571500" cy="6334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"/>
            </a:lvl1pPr>
          </a:lstStyle>
          <a:p>
            <a:pPr algn="l" marL="0" indent="0">
              <a:buNone/>
            </a:pPr>
            <a:r>
              <a:rPr lang="en" sz="225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2" name="br-contents-p11 Placeholder"/>
          <p:cNvSpPr>
            <a:spLocks noGrp="1"/>
          </p:cNvSpPr>
          <p:nvPr>
            <p:ph type="body" idx="11"/>
          </p:nvPr>
        </p:nvSpPr>
        <p:spPr>
          <a:xfrm>
            <a:off x="1524000" y="5848350"/>
            <a:ext cx="5334000" cy="5605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020" lang="en"/>
            </a:lvl1pPr>
          </a:lstStyle>
          <a:p>
            <a:pPr algn="l" marL="0" indent="0"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contents-p12 Placeholder"/>
          <p:cNvSpPr>
            <a:spLocks noGrp="1"/>
          </p:cNvSpPr>
          <p:nvPr>
            <p:ph type="body" idx="12"/>
          </p:nvPr>
        </p:nvSpPr>
        <p:spPr>
          <a:xfrm>
            <a:off x="1524000" y="63627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buNone/>
            </a:pPr>
            <a:r>
              <a:rPr lang="en" sz="12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4" name="br-contents-p13 Placeholder"/>
          <p:cNvSpPr>
            <a:spLocks noGrp="1"/>
          </p:cNvSpPr>
          <p:nvPr>
            <p:ph type="body" idx="13"/>
          </p:nvPr>
        </p:nvSpPr>
        <p:spPr>
          <a:xfrm>
            <a:off x="7239000" y="5848350"/>
            <a:ext cx="666750" cy="4976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r" marL="0" indent="0">
              <a:buNone/>
            </a:pPr>
            <a:r>
              <a:rPr lang="en" sz="112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contents-p14 Placeholder"/>
          <p:cNvSpPr>
            <a:spLocks noGrp="1"/>
          </p:cNvSpPr>
          <p:nvPr>
            <p:ph type="body" idx="14"/>
          </p:nvPr>
        </p:nvSpPr>
        <p:spPr>
          <a:xfrm>
            <a:off x="857250" y="7658100"/>
            <a:ext cx="571500" cy="6334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"/>
            </a:lvl1pPr>
          </a:lstStyle>
          <a:p>
            <a:pPr algn="l" marL="0" indent="0">
              <a:buNone/>
            </a:pPr>
            <a:r>
              <a:rPr lang="en" sz="225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6" name="br-contents-p15 Placeholder"/>
          <p:cNvSpPr>
            <a:spLocks noGrp="1"/>
          </p:cNvSpPr>
          <p:nvPr>
            <p:ph type="body" idx="15"/>
          </p:nvPr>
        </p:nvSpPr>
        <p:spPr>
          <a:xfrm>
            <a:off x="1524000" y="7620000"/>
            <a:ext cx="5334000" cy="5605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020" lang="en"/>
            </a:lvl1pPr>
          </a:lstStyle>
          <a:p>
            <a:pPr algn="l" marL="0" indent="0"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7" name="br-contents-p16 Placeholder"/>
          <p:cNvSpPr>
            <a:spLocks noGrp="1"/>
          </p:cNvSpPr>
          <p:nvPr>
            <p:ph type="body" idx="16"/>
          </p:nvPr>
        </p:nvSpPr>
        <p:spPr>
          <a:xfrm>
            <a:off x="1524000" y="813435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buNone/>
            </a:pPr>
            <a:r>
              <a:rPr lang="en" sz="12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8" name="br-contents-p17 Placeholder"/>
          <p:cNvSpPr>
            <a:spLocks noGrp="1"/>
          </p:cNvSpPr>
          <p:nvPr>
            <p:ph type="body" idx="17"/>
          </p:nvPr>
        </p:nvSpPr>
        <p:spPr>
          <a:xfrm>
            <a:off x="7239000" y="7620000"/>
            <a:ext cx="666750" cy="4976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r" marL="0" indent="0">
              <a:buNone/>
            </a:pPr>
            <a:r>
              <a:rPr lang="en" sz="112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9" name="br-contents-p18 Placeholder"/>
          <p:cNvSpPr>
            <a:spLocks noGrp="1"/>
          </p:cNvSpPr>
          <p:nvPr>
            <p:ph type="body" idx="18"/>
          </p:nvPr>
        </p:nvSpPr>
        <p:spPr>
          <a:xfrm>
            <a:off x="857250" y="9429750"/>
            <a:ext cx="571500" cy="6334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"/>
            </a:lvl1pPr>
          </a:lstStyle>
          <a:p>
            <a:pPr algn="l" marL="0" indent="0">
              <a:buNone/>
            </a:pPr>
            <a:r>
              <a:rPr lang="en" sz="225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0" name="br-contents-p19 Placeholder"/>
          <p:cNvSpPr>
            <a:spLocks noGrp="1"/>
          </p:cNvSpPr>
          <p:nvPr>
            <p:ph type="body" idx="19"/>
          </p:nvPr>
        </p:nvSpPr>
        <p:spPr>
          <a:xfrm>
            <a:off x="1524000" y="9391650"/>
            <a:ext cx="5334000" cy="5605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020" lang="en"/>
            </a:lvl1pPr>
          </a:lstStyle>
          <a:p>
            <a:pPr algn="l" marL="0" indent="0"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1" name="br-contents-p20 Placeholder"/>
          <p:cNvSpPr>
            <a:spLocks noGrp="1"/>
          </p:cNvSpPr>
          <p:nvPr>
            <p:ph type="body" idx="20"/>
          </p:nvPr>
        </p:nvSpPr>
        <p:spPr>
          <a:xfrm>
            <a:off x="1524000" y="990600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buNone/>
            </a:pPr>
            <a:r>
              <a:rPr lang="en" sz="12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2" name="br-contents-p21 Placeholder"/>
          <p:cNvSpPr>
            <a:spLocks noGrp="1"/>
          </p:cNvSpPr>
          <p:nvPr>
            <p:ph type="body" idx="21"/>
          </p:nvPr>
        </p:nvSpPr>
        <p:spPr>
          <a:xfrm>
            <a:off x="7239000" y="9391650"/>
            <a:ext cx="666750" cy="4976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r" marL="0" indent="0">
              <a:buNone/>
            </a:pPr>
            <a:r>
              <a:rPr lang="en" sz="112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3" name="br-contents-p22 Placeholder"/>
          <p:cNvSpPr>
            <a:spLocks noGrp="1"/>
          </p:cNvSpPr>
          <p:nvPr>
            <p:ph type="body" idx="22"/>
          </p:nvPr>
        </p:nvSpPr>
        <p:spPr>
          <a:xfrm>
            <a:off x="857250" y="11201400"/>
            <a:ext cx="571500" cy="6334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"/>
            </a:lvl1pPr>
          </a:lstStyle>
          <a:p>
            <a:pPr algn="l" marL="0" indent="0">
              <a:buNone/>
            </a:pPr>
            <a:r>
              <a:rPr lang="en" sz="225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4" name="br-contents-p23 Placeholder"/>
          <p:cNvSpPr>
            <a:spLocks noGrp="1"/>
          </p:cNvSpPr>
          <p:nvPr>
            <p:ph type="body" idx="23"/>
          </p:nvPr>
        </p:nvSpPr>
        <p:spPr>
          <a:xfrm>
            <a:off x="1524000" y="11163300"/>
            <a:ext cx="5334000" cy="5605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020" lang="en"/>
            </a:lvl1pPr>
          </a:lstStyle>
          <a:p>
            <a:pPr algn="l" marL="0" indent="0"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5" name="br-contents-p24 Placeholder"/>
          <p:cNvSpPr>
            <a:spLocks noGrp="1"/>
          </p:cNvSpPr>
          <p:nvPr>
            <p:ph type="body" idx="24"/>
          </p:nvPr>
        </p:nvSpPr>
        <p:spPr>
          <a:xfrm>
            <a:off x="1524000" y="11677650"/>
            <a:ext cx="571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buNone/>
            </a:pPr>
            <a:r>
              <a:rPr lang="en" sz="12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6" name="br-contents-p25 Placeholder"/>
          <p:cNvSpPr>
            <a:spLocks noGrp="1"/>
          </p:cNvSpPr>
          <p:nvPr>
            <p:ph type="body" idx="25"/>
          </p:nvPr>
        </p:nvSpPr>
        <p:spPr>
          <a:xfrm>
            <a:off x="7239000" y="11163300"/>
            <a:ext cx="666750" cy="4976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r" marL="0" indent="0">
              <a:buNone/>
            </a:pPr>
            <a:r>
              <a:rPr lang="en" sz="112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7" name="br-contents-p26 Placeholder"/>
          <p:cNvSpPr>
            <a:spLocks noGrp="1"/>
          </p:cNvSpPr>
          <p:nvPr>
            <p:ph type="body" idx="26"/>
          </p:nvPr>
        </p:nvSpPr>
        <p:spPr>
          <a:xfrm>
            <a:off x="8667750" y="1809750"/>
            <a:ext cx="200025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6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8" name="br-contents-p27 Placeholder"/>
          <p:cNvSpPr>
            <a:spLocks noGrp="1"/>
          </p:cNvSpPr>
          <p:nvPr>
            <p:ph type="body" idx="27"/>
          </p:nvPr>
        </p:nvSpPr>
        <p:spPr>
          <a:xfrm>
            <a:off x="8667750" y="2781300"/>
            <a:ext cx="2000250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4500" lang="en"/>
            </a:lvl1pPr>
          </a:lstStyle>
          <a:p>
            <a:pPr algn="l" marL="0" indent="0">
              <a:buNone/>
            </a:pPr>
            <a:r>
              <a:rPr lang="en" sz="45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9" name="br-contents-p28 Placeholder"/>
          <p:cNvSpPr>
            <a:spLocks noGrp="1"/>
          </p:cNvSpPr>
          <p:nvPr>
            <p:ph type="body" idx="28"/>
          </p:nvPr>
        </p:nvSpPr>
        <p:spPr>
          <a:xfrm>
            <a:off x="8667750" y="3505200"/>
            <a:ext cx="2000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8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0" name="br-contents-p29 Placeholder"/>
          <p:cNvSpPr>
            <a:spLocks noGrp="1"/>
          </p:cNvSpPr>
          <p:nvPr>
            <p:ph type="body" idx="29"/>
          </p:nvPr>
        </p:nvSpPr>
        <p:spPr>
          <a:xfrm>
            <a:off x="8667750" y="4876800"/>
            <a:ext cx="2000250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4500" lang="en"/>
            </a:lvl1pPr>
          </a:lstStyle>
          <a:p>
            <a:pPr algn="l" marL="0" indent="0">
              <a:buNone/>
            </a:pPr>
            <a:r>
              <a:rPr lang="en" sz="45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1" name="br-contents-p30 Placeholder"/>
          <p:cNvSpPr>
            <a:spLocks noGrp="1"/>
          </p:cNvSpPr>
          <p:nvPr>
            <p:ph type="body" idx="30"/>
          </p:nvPr>
        </p:nvSpPr>
        <p:spPr>
          <a:xfrm>
            <a:off x="8667750" y="5600700"/>
            <a:ext cx="2000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8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2" name="br-contents-p31 Placeholder"/>
          <p:cNvSpPr>
            <a:spLocks noGrp="1"/>
          </p:cNvSpPr>
          <p:nvPr>
            <p:ph type="body" idx="31"/>
          </p:nvPr>
        </p:nvSpPr>
        <p:spPr>
          <a:xfrm>
            <a:off x="8667750" y="6972300"/>
            <a:ext cx="2000250" cy="9810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4500" lang="en"/>
            </a:lvl1pPr>
          </a:lstStyle>
          <a:p>
            <a:pPr algn="l" marL="0" indent="0">
              <a:buNone/>
            </a:pPr>
            <a:r>
              <a:rPr lang="en" sz="45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3" name="br-contents-p32 Placeholder"/>
          <p:cNvSpPr>
            <a:spLocks noGrp="1"/>
          </p:cNvSpPr>
          <p:nvPr>
            <p:ph type="body" idx="32"/>
          </p:nvPr>
        </p:nvSpPr>
        <p:spPr>
          <a:xfrm>
            <a:off x="8667750" y="7696200"/>
            <a:ext cx="2000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8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4" name="br-contents-p33 Placeholder"/>
          <p:cNvSpPr>
            <a:spLocks noGrp="1"/>
          </p:cNvSpPr>
          <p:nvPr>
            <p:ph type="body" idx="33"/>
          </p:nvPr>
        </p:nvSpPr>
        <p:spPr>
          <a:xfrm>
            <a:off x="8667750" y="9620250"/>
            <a:ext cx="20002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5" name="br-contents-p34 Placeholder"/>
          <p:cNvSpPr>
            <a:spLocks noGrp="1"/>
          </p:cNvSpPr>
          <p:nvPr>
            <p:ph type="body" idx="34"/>
          </p:nvPr>
        </p:nvSpPr>
        <p:spPr>
          <a:xfrm>
            <a:off x="8667750" y="9925050"/>
            <a:ext cx="2000250" cy="5553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 lang="en"/>
            </a:lvl1pPr>
          </a:lstStyle>
          <a:p>
            <a:pPr algn="l" marL="0" indent="0">
              <a:buNone/>
            </a:pPr>
            <a:r>
              <a:rPr lang="en" sz="19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6" name="br-contents-p35 Placeholder"/>
          <p:cNvSpPr>
            <a:spLocks noGrp="1"/>
          </p:cNvSpPr>
          <p:nvPr>
            <p:ph type="body" idx="35"/>
          </p:nvPr>
        </p:nvSpPr>
        <p:spPr>
          <a:xfrm>
            <a:off x="8667750" y="10858500"/>
            <a:ext cx="20002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7" name="br-contents-p36 Placeholder"/>
          <p:cNvSpPr>
            <a:spLocks noGrp="1"/>
          </p:cNvSpPr>
          <p:nvPr>
            <p:ph type="body" idx="36"/>
          </p:nvPr>
        </p:nvSpPr>
        <p:spPr>
          <a:xfrm>
            <a:off x="8667750" y="11163300"/>
            <a:ext cx="2000250" cy="5962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 lang="en"/>
            </a:lvl1pPr>
          </a:lstStyle>
          <a:p>
            <a:pPr algn="l" marL="0" indent="0">
              <a:lnSpc>
                <a:spcPts val="1950"/>
              </a:lnSpc>
              <a:buNone/>
            </a:pPr>
            <a:r>
              <a:rPr lang="e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8" name="br-contents-p37 Placeholder"/>
          <p:cNvSpPr>
            <a:spLocks noGrp="1"/>
          </p:cNvSpPr>
          <p:nvPr>
            <p:ph type="body" idx="37"/>
          </p:nvPr>
        </p:nvSpPr>
        <p:spPr>
          <a:xfrm>
            <a:off x="8667750" y="12668250"/>
            <a:ext cx="200025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lnSpc>
                <a:spcPts val="1425"/>
              </a:lnSpc>
              <a:buNone/>
            </a:pPr>
            <a:r>
              <a:rPr lang="en" sz="900" dirty="0">
                <a:solidFill>
                  <a:srgbClr val="9FB1BE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9" name="br-contents-p38 Placeholder"/>
          <p:cNvSpPr>
            <a:spLocks noGrp="1"/>
          </p:cNvSpPr>
          <p:nvPr>
            <p:ph type="body" idx="38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0" name="br-contents-p39 Placeholder"/>
          <p:cNvSpPr>
            <a:spLocks noGrp="1"/>
          </p:cNvSpPr>
          <p:nvPr>
            <p:ph type="body" idx="39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1" name="br-contents-p40 Placeholder"/>
          <p:cNvSpPr>
            <a:spLocks noGrp="1"/>
          </p:cNvSpPr>
          <p:nvPr>
            <p:ph type="sldNum" idx="40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0282BFAE-A1EA-436B-9177-178AABB57B7F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197562625"/>
      </p:ext>
    </p:extLst>
  </p:cSld>
  <p:clrMapOvr>
    <a:masterClrMapping/>
  </p:clrMapOvr>
  <p:hf hdr="0" dt="0" ftr="0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Briefing / the demand g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briefing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briefing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8AD9B929-5741-4D34-9D77-FC3552BE0E8D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briefing-p3 Placeholder"/>
          <p:cNvSpPr>
            <a:spLocks noGrp="1"/>
          </p:cNvSpPr>
          <p:nvPr>
            <p:ph type="body" idx="3"/>
          </p:nvPr>
        </p:nvSpPr>
        <p:spPr>
          <a:xfrm>
            <a:off x="857250" y="12001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briefing-p4 Placeholder"/>
          <p:cNvSpPr>
            <a:spLocks noGrp="1"/>
          </p:cNvSpPr>
          <p:nvPr>
            <p:ph type="title" idx="4"/>
          </p:nvPr>
        </p:nvSpPr>
        <p:spPr>
          <a:xfrm>
            <a:off x="857250" y="1600200"/>
            <a:ext cx="9810750" cy="14996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4050" lang="en"/>
            </a:lvl1pPr>
          </a:lstStyle>
          <a:p>
            <a:pPr algn="l">
              <a:lnSpc>
                <a:spcPts val="4779"/>
              </a:lnSpc>
            </a:pPr>
            <a:r>
              <a:rPr lang="en" sz="405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briefing-p5 Placeholder"/>
          <p:cNvSpPr>
            <a:spLocks noGrp="1"/>
          </p:cNvSpPr>
          <p:nvPr>
            <p:ph type="body" idx="5"/>
          </p:nvPr>
        </p:nvSpPr>
        <p:spPr>
          <a:xfrm>
            <a:off x="857250" y="3371850"/>
            <a:ext cx="8382000" cy="1012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 lang="en"/>
            </a:lvl1pPr>
          </a:lstStyle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briefing-p6 Placeholder"/>
          <p:cNvSpPr>
            <a:spLocks noGrp="1"/>
          </p:cNvSpPr>
          <p:nvPr>
            <p:ph type="body" idx="6"/>
          </p:nvPr>
        </p:nvSpPr>
        <p:spPr>
          <a:xfrm>
            <a:off x="857250" y="4629150"/>
            <a:ext cx="66675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8" name="br-briefing-p7 Placeholder"/>
          <p:cNvSpPr>
            <a:spLocks noGrp="1"/>
          </p:cNvSpPr>
          <p:nvPr>
            <p:ph type="body" idx="7"/>
          </p:nvPr>
        </p:nvSpPr>
        <p:spPr>
          <a:xfrm>
            <a:off x="663321" y="5276850"/>
            <a:ext cx="55587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briefing-p8 Placeholder"/>
          <p:cNvSpPr>
            <a:spLocks noGrp="1"/>
          </p:cNvSpPr>
          <p:nvPr>
            <p:ph type="body" idx="8"/>
          </p:nvPr>
        </p:nvSpPr>
        <p:spPr>
          <a:xfrm>
            <a:off x="663321" y="6673850"/>
            <a:ext cx="55587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0" name="br-briefing-p9 Placeholder"/>
          <p:cNvSpPr>
            <a:spLocks noGrp="1"/>
          </p:cNvSpPr>
          <p:nvPr>
            <p:ph type="body" idx="9"/>
          </p:nvPr>
        </p:nvSpPr>
        <p:spPr>
          <a:xfrm>
            <a:off x="663321" y="8070850"/>
            <a:ext cx="55587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briefing-p10 Placeholder"/>
          <p:cNvSpPr>
            <a:spLocks noGrp="1"/>
          </p:cNvSpPr>
          <p:nvPr>
            <p:ph type="body" idx="10"/>
          </p:nvPr>
        </p:nvSpPr>
        <p:spPr>
          <a:xfrm>
            <a:off x="663321" y="9467850"/>
            <a:ext cx="55587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briefing-p11 Placeholder"/>
          <p:cNvSpPr>
            <a:spLocks noGrp="1"/>
          </p:cNvSpPr>
          <p:nvPr>
            <p:ph type="body" idx="11"/>
          </p:nvPr>
        </p:nvSpPr>
        <p:spPr>
          <a:xfrm>
            <a:off x="1016889" y="9734550"/>
            <a:ext cx="633222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briefing-p12 Placeholder"/>
          <p:cNvSpPr>
            <a:spLocks noGrp="1"/>
          </p:cNvSpPr>
          <p:nvPr>
            <p:ph type="body" idx="12"/>
          </p:nvPr>
        </p:nvSpPr>
        <p:spPr>
          <a:xfrm>
            <a:off x="2564702" y="9734550"/>
            <a:ext cx="633222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briefing-p13 Placeholder"/>
          <p:cNvSpPr>
            <a:spLocks noGrp="1"/>
          </p:cNvSpPr>
          <p:nvPr>
            <p:ph type="body" idx="13"/>
          </p:nvPr>
        </p:nvSpPr>
        <p:spPr>
          <a:xfrm>
            <a:off x="4112514" y="9734550"/>
            <a:ext cx="633222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briefing-p14 Placeholder"/>
          <p:cNvSpPr>
            <a:spLocks noGrp="1"/>
          </p:cNvSpPr>
          <p:nvPr>
            <p:ph type="body" idx="14"/>
          </p:nvPr>
        </p:nvSpPr>
        <p:spPr>
          <a:xfrm>
            <a:off x="5660326" y="9734550"/>
            <a:ext cx="633222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6" name="br-briefing-p15 Placeholder"/>
          <p:cNvSpPr>
            <a:spLocks noGrp="1"/>
          </p:cNvSpPr>
          <p:nvPr>
            <p:ph type="body" idx="15"/>
          </p:nvPr>
        </p:nvSpPr>
        <p:spPr>
          <a:xfrm>
            <a:off x="7208139" y="9734550"/>
            <a:ext cx="633222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7" name="br-briefing-p16 Placeholder"/>
          <p:cNvSpPr>
            <a:spLocks noGrp="1"/>
          </p:cNvSpPr>
          <p:nvPr>
            <p:ph type="body" idx="16"/>
          </p:nvPr>
        </p:nvSpPr>
        <p:spPr>
          <a:xfrm>
            <a:off x="5238750" y="5467350"/>
            <a:ext cx="228600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b="1" spc="90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8" name="br-briefing-p17 Placeholder"/>
          <p:cNvSpPr>
            <a:spLocks noGrp="1"/>
          </p:cNvSpPr>
          <p:nvPr>
            <p:ph type="body" idx="17"/>
          </p:nvPr>
        </p:nvSpPr>
        <p:spPr>
          <a:xfrm>
            <a:off x="5238750" y="8578850"/>
            <a:ext cx="228600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b="1" spc="9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9" name="br-briefing-p18 Placeholder"/>
          <p:cNvSpPr>
            <a:spLocks noGrp="1"/>
          </p:cNvSpPr>
          <p:nvPr>
            <p:ph type="body" idx="18"/>
          </p:nvPr>
        </p:nvSpPr>
        <p:spPr>
          <a:xfrm>
            <a:off x="8096250" y="4838700"/>
            <a:ext cx="276225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0" name="br-briefing-p19 Placeholder"/>
          <p:cNvSpPr>
            <a:spLocks noGrp="1"/>
          </p:cNvSpPr>
          <p:nvPr>
            <p:ph type="body" idx="19"/>
          </p:nvPr>
        </p:nvSpPr>
        <p:spPr>
          <a:xfrm>
            <a:off x="8096250" y="5334000"/>
            <a:ext cx="1047750" cy="784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1" name="br-briefing-p20 Placeholder"/>
          <p:cNvSpPr>
            <a:spLocks noGrp="1"/>
          </p:cNvSpPr>
          <p:nvPr>
            <p:ph type="body" idx="20"/>
          </p:nvPr>
        </p:nvSpPr>
        <p:spPr>
          <a:xfrm>
            <a:off x="9144000" y="5448300"/>
            <a:ext cx="180975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2" name="br-briefing-p21 Placeholder"/>
          <p:cNvSpPr>
            <a:spLocks noGrp="1"/>
          </p:cNvSpPr>
          <p:nvPr>
            <p:ph type="body" idx="21"/>
          </p:nvPr>
        </p:nvSpPr>
        <p:spPr>
          <a:xfrm>
            <a:off x="8096250" y="588645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lnSpc>
                <a:spcPts val="1500"/>
              </a:lnSpc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3" name="br-briefing-p22 Placeholder"/>
          <p:cNvSpPr>
            <a:spLocks noGrp="1"/>
          </p:cNvSpPr>
          <p:nvPr>
            <p:ph type="body" idx="22"/>
          </p:nvPr>
        </p:nvSpPr>
        <p:spPr>
          <a:xfrm>
            <a:off x="8096250" y="6915150"/>
            <a:ext cx="1047750" cy="784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4" name="br-briefing-p23 Placeholder"/>
          <p:cNvSpPr>
            <a:spLocks noGrp="1"/>
          </p:cNvSpPr>
          <p:nvPr>
            <p:ph type="body" idx="23"/>
          </p:nvPr>
        </p:nvSpPr>
        <p:spPr>
          <a:xfrm>
            <a:off x="9144000" y="7029450"/>
            <a:ext cx="180975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5" name="br-briefing-p24 Placeholder"/>
          <p:cNvSpPr>
            <a:spLocks noGrp="1"/>
          </p:cNvSpPr>
          <p:nvPr>
            <p:ph type="body" idx="24"/>
          </p:nvPr>
        </p:nvSpPr>
        <p:spPr>
          <a:xfrm>
            <a:off x="8096250" y="746760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lnSpc>
                <a:spcPts val="1500"/>
              </a:lnSpc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6" name="br-briefing-p25 Placeholder"/>
          <p:cNvSpPr>
            <a:spLocks noGrp="1"/>
          </p:cNvSpPr>
          <p:nvPr>
            <p:ph type="body" idx="25"/>
          </p:nvPr>
        </p:nvSpPr>
        <p:spPr>
          <a:xfrm>
            <a:off x="8096250" y="8496300"/>
            <a:ext cx="1047750" cy="784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7" name="br-briefing-p26 Placeholder"/>
          <p:cNvSpPr>
            <a:spLocks noGrp="1"/>
          </p:cNvSpPr>
          <p:nvPr>
            <p:ph type="body" idx="26"/>
          </p:nvPr>
        </p:nvSpPr>
        <p:spPr>
          <a:xfrm>
            <a:off x="9144000" y="8610600"/>
            <a:ext cx="180975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8" name="br-briefing-p27 Placeholder"/>
          <p:cNvSpPr>
            <a:spLocks noGrp="1"/>
          </p:cNvSpPr>
          <p:nvPr>
            <p:ph type="body" idx="27"/>
          </p:nvPr>
        </p:nvSpPr>
        <p:spPr>
          <a:xfrm>
            <a:off x="8096250" y="9048750"/>
            <a:ext cx="266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lnSpc>
                <a:spcPts val="1500"/>
              </a:lnSpc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9" name="br-briefing-p28 Placeholder"/>
          <p:cNvSpPr>
            <a:spLocks noGrp="1"/>
          </p:cNvSpPr>
          <p:nvPr>
            <p:ph type="body" idx="28"/>
          </p:nvPr>
        </p:nvSpPr>
        <p:spPr>
          <a:xfrm>
            <a:off x="857250" y="10477500"/>
            <a:ext cx="30480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0" name="br-briefing-p29 Placeholder"/>
          <p:cNvSpPr>
            <a:spLocks noGrp="1"/>
          </p:cNvSpPr>
          <p:nvPr>
            <p:ph type="body" idx="29"/>
          </p:nvPr>
        </p:nvSpPr>
        <p:spPr>
          <a:xfrm>
            <a:off x="857250" y="10782300"/>
            <a:ext cx="3143250" cy="361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lnSpc>
                <a:spcPts val="2025"/>
              </a:lnSpc>
              <a:buNone/>
            </a:pP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1" name="br-briefing-p30 Placeholder"/>
          <p:cNvSpPr>
            <a:spLocks noGrp="1"/>
          </p:cNvSpPr>
          <p:nvPr>
            <p:ph type="body" idx="30"/>
          </p:nvPr>
        </p:nvSpPr>
        <p:spPr>
          <a:xfrm>
            <a:off x="4191000" y="10782300"/>
            <a:ext cx="3143250" cy="361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lnSpc>
                <a:spcPts val="2025"/>
              </a:lnSpc>
              <a:buNone/>
            </a:pP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2" name="br-briefing-p31 Placeholder"/>
          <p:cNvSpPr>
            <a:spLocks noGrp="1"/>
          </p:cNvSpPr>
          <p:nvPr>
            <p:ph type="body" idx="31"/>
          </p:nvPr>
        </p:nvSpPr>
        <p:spPr>
          <a:xfrm>
            <a:off x="8001000" y="10782300"/>
            <a:ext cx="26670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5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3" name="br-briefing-p32 Placeholder"/>
          <p:cNvSpPr>
            <a:spLocks noGrp="1"/>
          </p:cNvSpPr>
          <p:nvPr>
            <p:ph type="body" idx="32"/>
          </p:nvPr>
        </p:nvSpPr>
        <p:spPr>
          <a:xfrm>
            <a:off x="8001000" y="11163300"/>
            <a:ext cx="266700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950" lang="en"/>
            </a:lvl1pPr>
          </a:lstStyle>
          <a:p>
            <a:pPr algn="l" marL="0" indent="0">
              <a:lnSpc>
                <a:spcPts val="2700"/>
              </a:lnSpc>
              <a:buNone/>
            </a:pPr>
            <a:r>
              <a:rPr lang="en" sz="1950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4" name="br-briefing-p33 Placeholder"/>
          <p:cNvSpPr>
            <a:spLocks noGrp="1"/>
          </p:cNvSpPr>
          <p:nvPr>
            <p:ph type="body" idx="33"/>
          </p:nvPr>
        </p:nvSpPr>
        <p:spPr>
          <a:xfrm>
            <a:off x="8001000" y="13620750"/>
            <a:ext cx="26670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5" name="br-briefing-p34 Placeholder"/>
          <p:cNvSpPr>
            <a:spLocks noGrp="1"/>
          </p:cNvSpPr>
          <p:nvPr>
            <p:ph type="body" idx="34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6" name="br-briefing-p35 Placeholder"/>
          <p:cNvSpPr>
            <a:spLocks noGrp="1"/>
          </p:cNvSpPr>
          <p:nvPr>
            <p:ph type="body" idx="35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7" name="br-briefing-p36 Placeholder"/>
          <p:cNvSpPr>
            <a:spLocks noGrp="1"/>
          </p:cNvSpPr>
          <p:nvPr>
            <p:ph type="sldNum" idx="36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F9C4B625-17D4-4E5E-B1E8-1BC8DB111D1E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447678910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Margin brid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waterfall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waterfall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83B2475B-4D07-44F4-99CB-653272D7FAFC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waterfall-p3 Placeholder"/>
          <p:cNvSpPr>
            <a:spLocks noGrp="1"/>
          </p:cNvSpPr>
          <p:nvPr>
            <p:ph type="body" idx="3"/>
          </p:nvPr>
        </p:nvSpPr>
        <p:spPr>
          <a:xfrm>
            <a:off x="857250" y="12001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waterfall-p4 Placeholder"/>
          <p:cNvSpPr>
            <a:spLocks noGrp="1"/>
          </p:cNvSpPr>
          <p:nvPr>
            <p:ph type="title" idx="4"/>
          </p:nvPr>
        </p:nvSpPr>
        <p:spPr>
          <a:xfrm>
            <a:off x="857250" y="1600200"/>
            <a:ext cx="9810750" cy="870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 lang="en"/>
            </a:lvl1pPr>
          </a:lstStyle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waterfall-p5 Placeholder"/>
          <p:cNvSpPr>
            <a:spLocks noGrp="1"/>
          </p:cNvSpPr>
          <p:nvPr>
            <p:ph type="body" idx="5"/>
          </p:nvPr>
        </p:nvSpPr>
        <p:spPr>
          <a:xfrm>
            <a:off x="857250" y="2724150"/>
            <a:ext cx="8191500" cy="1012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 lang="en"/>
            </a:lvl1pPr>
          </a:lstStyle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waterfall-p6 Placeholder"/>
          <p:cNvSpPr>
            <a:spLocks noGrp="1"/>
          </p:cNvSpPr>
          <p:nvPr>
            <p:ph type="body" idx="6"/>
          </p:nvPr>
        </p:nvSpPr>
        <p:spPr>
          <a:xfrm>
            <a:off x="1158621" y="11182350"/>
            <a:ext cx="55587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8" name="br-waterfall-p7 Placeholder"/>
          <p:cNvSpPr>
            <a:spLocks noGrp="1"/>
          </p:cNvSpPr>
          <p:nvPr>
            <p:ph type="body" idx="7"/>
          </p:nvPr>
        </p:nvSpPr>
        <p:spPr>
          <a:xfrm>
            <a:off x="1158621" y="9467850"/>
            <a:ext cx="55587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waterfall-p8 Placeholder"/>
          <p:cNvSpPr>
            <a:spLocks noGrp="1"/>
          </p:cNvSpPr>
          <p:nvPr>
            <p:ph type="body" idx="8"/>
          </p:nvPr>
        </p:nvSpPr>
        <p:spPr>
          <a:xfrm>
            <a:off x="1158621" y="7753350"/>
            <a:ext cx="55587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0" name="br-waterfall-p9 Placeholder"/>
          <p:cNvSpPr>
            <a:spLocks noGrp="1"/>
          </p:cNvSpPr>
          <p:nvPr>
            <p:ph type="body" idx="9"/>
          </p:nvPr>
        </p:nvSpPr>
        <p:spPr>
          <a:xfrm>
            <a:off x="1158621" y="6038850"/>
            <a:ext cx="55587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waterfall-p10 Placeholder"/>
          <p:cNvSpPr>
            <a:spLocks noGrp="1"/>
          </p:cNvSpPr>
          <p:nvPr>
            <p:ph type="body" idx="10"/>
          </p:nvPr>
        </p:nvSpPr>
        <p:spPr>
          <a:xfrm>
            <a:off x="1158621" y="4324350"/>
            <a:ext cx="55587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waterfall-p11 Placeholder"/>
          <p:cNvSpPr>
            <a:spLocks noGrp="1"/>
          </p:cNvSpPr>
          <p:nvPr>
            <p:ph type="body" idx="11"/>
          </p:nvPr>
        </p:nvSpPr>
        <p:spPr>
          <a:xfrm>
            <a:off x="2106454" y="8763000"/>
            <a:ext cx="930592" cy="2828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ctr" marL="0" indent="0">
              <a:buNone/>
            </a:pPr>
            <a:r>
              <a:rPr lang="en" sz="105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waterfall-p12 Placeholder"/>
          <p:cNvSpPr>
            <a:spLocks noGrp="1"/>
          </p:cNvSpPr>
          <p:nvPr>
            <p:ph type="body" idx="12"/>
          </p:nvPr>
        </p:nvSpPr>
        <p:spPr>
          <a:xfrm>
            <a:off x="1238250" y="11487150"/>
            <a:ext cx="1333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waterfall-p13 Placeholder"/>
          <p:cNvSpPr>
            <a:spLocks noGrp="1"/>
          </p:cNvSpPr>
          <p:nvPr>
            <p:ph type="body" idx="13"/>
          </p:nvPr>
        </p:nvSpPr>
        <p:spPr>
          <a:xfrm>
            <a:off x="3691128" y="7134225"/>
            <a:ext cx="809244" cy="2828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ctr" marL="0" indent="0">
              <a:buNone/>
            </a:pPr>
            <a:r>
              <a:rPr lang="en" sz="10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waterfall-p14 Placeholder"/>
          <p:cNvSpPr>
            <a:spLocks noGrp="1"/>
          </p:cNvSpPr>
          <p:nvPr>
            <p:ph type="body" idx="14"/>
          </p:nvPr>
        </p:nvSpPr>
        <p:spPr>
          <a:xfrm>
            <a:off x="2762250" y="11487150"/>
            <a:ext cx="1333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6" name="br-waterfall-p15 Placeholder"/>
          <p:cNvSpPr>
            <a:spLocks noGrp="1"/>
          </p:cNvSpPr>
          <p:nvPr>
            <p:ph type="body" idx="15"/>
          </p:nvPr>
        </p:nvSpPr>
        <p:spPr>
          <a:xfrm>
            <a:off x="5215128" y="5848350"/>
            <a:ext cx="809244" cy="2828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ctr" marL="0" indent="0">
              <a:buNone/>
            </a:pPr>
            <a:r>
              <a:rPr lang="en" sz="10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7" name="br-waterfall-p16 Placeholder"/>
          <p:cNvSpPr>
            <a:spLocks noGrp="1"/>
          </p:cNvSpPr>
          <p:nvPr>
            <p:ph type="body" idx="16"/>
          </p:nvPr>
        </p:nvSpPr>
        <p:spPr>
          <a:xfrm>
            <a:off x="4286250" y="11487150"/>
            <a:ext cx="1333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8" name="br-waterfall-p17 Placeholder"/>
          <p:cNvSpPr>
            <a:spLocks noGrp="1"/>
          </p:cNvSpPr>
          <p:nvPr>
            <p:ph type="body" idx="17"/>
          </p:nvPr>
        </p:nvSpPr>
        <p:spPr>
          <a:xfrm>
            <a:off x="6739128" y="4819650"/>
            <a:ext cx="809244" cy="2828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ctr" marL="0" indent="0">
              <a:buNone/>
            </a:pPr>
            <a:r>
              <a:rPr lang="en" sz="10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9" name="br-waterfall-p18 Placeholder"/>
          <p:cNvSpPr>
            <a:spLocks noGrp="1"/>
          </p:cNvSpPr>
          <p:nvPr>
            <p:ph type="body" idx="18"/>
          </p:nvPr>
        </p:nvSpPr>
        <p:spPr>
          <a:xfrm>
            <a:off x="5810250" y="11487150"/>
            <a:ext cx="1333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0" name="br-waterfall-p19 Placeholder"/>
          <p:cNvSpPr>
            <a:spLocks noGrp="1"/>
          </p:cNvSpPr>
          <p:nvPr>
            <p:ph type="body" idx="19"/>
          </p:nvPr>
        </p:nvSpPr>
        <p:spPr>
          <a:xfrm>
            <a:off x="8297799" y="5162550"/>
            <a:ext cx="739902" cy="2533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ctr" marL="0" indent="0">
              <a:buNone/>
            </a:pPr>
            <a:r>
              <a:rPr lang="en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1" name="br-waterfall-p20 Placeholder"/>
          <p:cNvSpPr>
            <a:spLocks noGrp="1"/>
          </p:cNvSpPr>
          <p:nvPr>
            <p:ph type="body" idx="20"/>
          </p:nvPr>
        </p:nvSpPr>
        <p:spPr>
          <a:xfrm>
            <a:off x="7334250" y="11487150"/>
            <a:ext cx="1333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2" name="br-waterfall-p21 Placeholder"/>
          <p:cNvSpPr>
            <a:spLocks noGrp="1"/>
          </p:cNvSpPr>
          <p:nvPr>
            <p:ph type="body" idx="21"/>
          </p:nvPr>
        </p:nvSpPr>
        <p:spPr>
          <a:xfrm>
            <a:off x="9726454" y="5162550"/>
            <a:ext cx="930592" cy="2828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ctr" marL="0" indent="0">
              <a:buNone/>
            </a:pPr>
            <a:r>
              <a:rPr lang="en" sz="105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3" name="br-waterfall-p22 Placeholder"/>
          <p:cNvSpPr>
            <a:spLocks noGrp="1"/>
          </p:cNvSpPr>
          <p:nvPr>
            <p:ph type="body" idx="22"/>
          </p:nvPr>
        </p:nvSpPr>
        <p:spPr>
          <a:xfrm>
            <a:off x="8858250" y="11487150"/>
            <a:ext cx="1333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4" name="br-waterfall-p23 Placeholder"/>
          <p:cNvSpPr>
            <a:spLocks noGrp="1"/>
          </p:cNvSpPr>
          <p:nvPr>
            <p:ph type="body" idx="23"/>
          </p:nvPr>
        </p:nvSpPr>
        <p:spPr>
          <a:xfrm>
            <a:off x="1143000" y="13011150"/>
            <a:ext cx="285750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b="1" spc="16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5" name="br-waterfall-p24 Placeholder"/>
          <p:cNvSpPr>
            <a:spLocks noGrp="1"/>
          </p:cNvSpPr>
          <p:nvPr>
            <p:ph type="body" idx="24"/>
          </p:nvPr>
        </p:nvSpPr>
        <p:spPr>
          <a:xfrm>
            <a:off x="1143000" y="13354050"/>
            <a:ext cx="60960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250" lang="en"/>
            </a:lvl1pPr>
          </a:lstStyle>
          <a:p>
            <a:pPr algn="l" marL="0" indent="0">
              <a:lnSpc>
                <a:spcPts val="2850"/>
              </a:lnSpc>
              <a:buNone/>
            </a:pPr>
            <a:r>
              <a:rPr lang="en" sz="22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6" name="br-waterfall-p25 Placeholder"/>
          <p:cNvSpPr>
            <a:spLocks noGrp="1"/>
          </p:cNvSpPr>
          <p:nvPr>
            <p:ph type="body" idx="25"/>
          </p:nvPr>
        </p:nvSpPr>
        <p:spPr>
          <a:xfrm>
            <a:off x="8191500" y="12954000"/>
            <a:ext cx="2476500" cy="1050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4950" lang="en"/>
            </a:lvl1pPr>
          </a:lstStyle>
          <a:p>
            <a:pPr algn="r" marL="0" indent="0">
              <a:buNone/>
            </a:pPr>
            <a:r>
              <a:rPr lang="en" sz="4950" b="1" dirty="0">
                <a:solidFill>
                  <a:srgbClr val="00A9F4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7" name="br-waterfall-p26 Placeholder"/>
          <p:cNvSpPr>
            <a:spLocks noGrp="1"/>
          </p:cNvSpPr>
          <p:nvPr>
            <p:ph type="body" idx="26"/>
          </p:nvPr>
        </p:nvSpPr>
        <p:spPr>
          <a:xfrm>
            <a:off x="8191500" y="13639800"/>
            <a:ext cx="2476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b="1" spc="120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8" name="br-waterfall-p27 Placeholder"/>
          <p:cNvSpPr>
            <a:spLocks noGrp="1"/>
          </p:cNvSpPr>
          <p:nvPr>
            <p:ph type="body" idx="27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9" name="br-waterfall-p28 Placeholder"/>
          <p:cNvSpPr>
            <a:spLocks noGrp="1"/>
          </p:cNvSpPr>
          <p:nvPr>
            <p:ph type="body" idx="28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0" name="br-waterfall-p29 Placeholder"/>
          <p:cNvSpPr>
            <a:spLocks noGrp="1"/>
          </p:cNvSpPr>
          <p:nvPr>
            <p:ph type="sldNum" idx="29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324B00B7-4B42-4E0B-AE96-2F2E8FBFB8DF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2092696119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Where to p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matrix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matrix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1CDE239F-D1CB-4812-A8A5-6C87A8501425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matrix-p3 Placeholder"/>
          <p:cNvSpPr>
            <a:spLocks noGrp="1"/>
          </p:cNvSpPr>
          <p:nvPr>
            <p:ph type="body" idx="3"/>
          </p:nvPr>
        </p:nvSpPr>
        <p:spPr>
          <a:xfrm>
            <a:off x="857250" y="12001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matrix-p4 Placeholder"/>
          <p:cNvSpPr>
            <a:spLocks noGrp="1"/>
          </p:cNvSpPr>
          <p:nvPr>
            <p:ph type="title" idx="4"/>
          </p:nvPr>
        </p:nvSpPr>
        <p:spPr>
          <a:xfrm>
            <a:off x="857250" y="1600200"/>
            <a:ext cx="9810750" cy="870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 lang="en"/>
            </a:lvl1pPr>
          </a:lstStyle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matrix-p5 Placeholder"/>
          <p:cNvSpPr>
            <a:spLocks noGrp="1"/>
          </p:cNvSpPr>
          <p:nvPr>
            <p:ph type="body" idx="5"/>
          </p:nvPr>
        </p:nvSpPr>
        <p:spPr>
          <a:xfrm>
            <a:off x="857250" y="2724150"/>
            <a:ext cx="8191500" cy="1012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 lang="en"/>
            </a:lvl1pPr>
          </a:lstStyle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matrix-p6 Placeholder"/>
          <p:cNvSpPr>
            <a:spLocks noGrp="1"/>
          </p:cNvSpPr>
          <p:nvPr>
            <p:ph type="body" idx="6"/>
          </p:nvPr>
        </p:nvSpPr>
        <p:spPr>
          <a:xfrm>
            <a:off x="7562850" y="4267200"/>
            <a:ext cx="19050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r" marL="0" indent="0">
              <a:buNone/>
            </a:pPr>
            <a:r>
              <a:rPr lang="en" sz="900" b="1" spc="16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8" name="br-matrix-p7 Placeholder"/>
          <p:cNvSpPr>
            <a:spLocks noGrp="1"/>
          </p:cNvSpPr>
          <p:nvPr>
            <p:ph type="body" idx="7"/>
          </p:nvPr>
        </p:nvSpPr>
        <p:spPr>
          <a:xfrm>
            <a:off x="2343150" y="4267200"/>
            <a:ext cx="17145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6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matrix-p8 Placeholder"/>
          <p:cNvSpPr>
            <a:spLocks noGrp="1"/>
          </p:cNvSpPr>
          <p:nvPr>
            <p:ph type="body" idx="8"/>
          </p:nvPr>
        </p:nvSpPr>
        <p:spPr>
          <a:xfrm>
            <a:off x="7562850" y="11125200"/>
            <a:ext cx="19050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r" marL="0" indent="0">
              <a:buNone/>
            </a:pPr>
            <a:r>
              <a:rPr lang="en" sz="900" b="1" spc="16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0" name="br-matrix-p9 Placeholder"/>
          <p:cNvSpPr>
            <a:spLocks noGrp="1"/>
          </p:cNvSpPr>
          <p:nvPr>
            <p:ph type="body" idx="9"/>
          </p:nvPr>
        </p:nvSpPr>
        <p:spPr>
          <a:xfrm>
            <a:off x="2343150" y="11125200"/>
            <a:ext cx="17145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matrix-p10 Placeholder"/>
          <p:cNvSpPr>
            <a:spLocks noGrp="1"/>
          </p:cNvSpPr>
          <p:nvPr>
            <p:ph type="body" idx="10"/>
          </p:nvPr>
        </p:nvSpPr>
        <p:spPr>
          <a:xfrm>
            <a:off x="2190750" y="3790950"/>
            <a:ext cx="4762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matrix-p11 Placeholder"/>
          <p:cNvSpPr>
            <a:spLocks noGrp="1"/>
          </p:cNvSpPr>
          <p:nvPr>
            <p:ph type="body" idx="11"/>
          </p:nvPr>
        </p:nvSpPr>
        <p:spPr>
          <a:xfrm>
            <a:off x="2190750" y="11677650"/>
            <a:ext cx="7429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matrix-p12 Placeholder"/>
          <p:cNvSpPr>
            <a:spLocks noGrp="1"/>
          </p:cNvSpPr>
          <p:nvPr>
            <p:ph type="body" idx="12"/>
          </p:nvPr>
        </p:nvSpPr>
        <p:spPr>
          <a:xfrm>
            <a:off x="2152650" y="12049125"/>
            <a:ext cx="554279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matrix-p13 Placeholder"/>
          <p:cNvSpPr>
            <a:spLocks noGrp="1"/>
          </p:cNvSpPr>
          <p:nvPr>
            <p:ph type="body" idx="13"/>
          </p:nvPr>
        </p:nvSpPr>
        <p:spPr>
          <a:xfrm>
            <a:off x="8989162" y="12049125"/>
            <a:ext cx="631088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matrix-p14 Placeholder"/>
          <p:cNvSpPr>
            <a:spLocks noGrp="1"/>
          </p:cNvSpPr>
          <p:nvPr>
            <p:ph type="body" idx="14"/>
          </p:nvPr>
        </p:nvSpPr>
        <p:spPr>
          <a:xfrm>
            <a:off x="1522171" y="11420475"/>
            <a:ext cx="554279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6" name="br-matrix-p15 Placeholder"/>
          <p:cNvSpPr>
            <a:spLocks noGrp="1"/>
          </p:cNvSpPr>
          <p:nvPr>
            <p:ph type="body" idx="15"/>
          </p:nvPr>
        </p:nvSpPr>
        <p:spPr>
          <a:xfrm>
            <a:off x="1445362" y="4086225"/>
            <a:ext cx="631088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7" name="br-matrix-p16 Placeholder"/>
          <p:cNvSpPr>
            <a:spLocks noGrp="1"/>
          </p:cNvSpPr>
          <p:nvPr>
            <p:ph type="body" idx="16"/>
          </p:nvPr>
        </p:nvSpPr>
        <p:spPr>
          <a:xfrm>
            <a:off x="7334231" y="5445702"/>
            <a:ext cx="1228763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8" name="br-matrix-p17 Placeholder"/>
          <p:cNvSpPr>
            <a:spLocks noGrp="1"/>
          </p:cNvSpPr>
          <p:nvPr>
            <p:ph type="body" idx="17"/>
          </p:nvPr>
        </p:nvSpPr>
        <p:spPr>
          <a:xfrm>
            <a:off x="8170050" y="6668366"/>
            <a:ext cx="1228763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9" name="br-matrix-p18 Placeholder"/>
          <p:cNvSpPr>
            <a:spLocks noGrp="1"/>
          </p:cNvSpPr>
          <p:nvPr>
            <p:ph type="body" idx="18"/>
          </p:nvPr>
        </p:nvSpPr>
        <p:spPr>
          <a:xfrm>
            <a:off x="5105381" y="6425911"/>
            <a:ext cx="1228763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0" name="br-matrix-p19 Placeholder"/>
          <p:cNvSpPr>
            <a:spLocks noGrp="1"/>
          </p:cNvSpPr>
          <p:nvPr>
            <p:ph type="body" idx="19"/>
          </p:nvPr>
        </p:nvSpPr>
        <p:spPr>
          <a:xfrm>
            <a:off x="3874827" y="6739370"/>
            <a:ext cx="1089546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1" name="br-matrix-p20 Placeholder"/>
          <p:cNvSpPr>
            <a:spLocks noGrp="1"/>
          </p:cNvSpPr>
          <p:nvPr>
            <p:ph type="body" idx="20"/>
          </p:nvPr>
        </p:nvSpPr>
        <p:spPr>
          <a:xfrm>
            <a:off x="2481796" y="8375939"/>
            <a:ext cx="1089546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2" name="br-matrix-p21 Placeholder"/>
          <p:cNvSpPr>
            <a:spLocks noGrp="1"/>
          </p:cNvSpPr>
          <p:nvPr>
            <p:ph type="body" idx="21"/>
          </p:nvPr>
        </p:nvSpPr>
        <p:spPr>
          <a:xfrm>
            <a:off x="6370739" y="10083511"/>
            <a:ext cx="1298372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3" name="br-matrix-p22 Placeholder"/>
          <p:cNvSpPr>
            <a:spLocks noGrp="1"/>
          </p:cNvSpPr>
          <p:nvPr>
            <p:ph type="body" idx="22"/>
          </p:nvPr>
        </p:nvSpPr>
        <p:spPr>
          <a:xfrm>
            <a:off x="2992660" y="9479107"/>
            <a:ext cx="1367980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4" name="br-matrix-p23 Placeholder"/>
          <p:cNvSpPr>
            <a:spLocks noGrp="1"/>
          </p:cNvSpPr>
          <p:nvPr>
            <p:ph type="body" idx="23"/>
          </p:nvPr>
        </p:nvSpPr>
        <p:spPr>
          <a:xfrm>
            <a:off x="2864815" y="10682720"/>
            <a:ext cx="880720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5" name="br-matrix-p24 Placeholder"/>
          <p:cNvSpPr>
            <a:spLocks noGrp="1"/>
          </p:cNvSpPr>
          <p:nvPr>
            <p:ph type="body" idx="24"/>
          </p:nvPr>
        </p:nvSpPr>
        <p:spPr>
          <a:xfrm>
            <a:off x="2063972" y="5393748"/>
            <a:ext cx="1367980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6" name="br-matrix-p25 Placeholder"/>
          <p:cNvSpPr>
            <a:spLocks noGrp="1"/>
          </p:cNvSpPr>
          <p:nvPr>
            <p:ph type="body" idx="25"/>
          </p:nvPr>
        </p:nvSpPr>
        <p:spPr>
          <a:xfrm>
            <a:off x="857250" y="12611100"/>
            <a:ext cx="30480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50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7" name="br-matrix-p26 Placeholder"/>
          <p:cNvSpPr>
            <a:spLocks noGrp="1"/>
          </p:cNvSpPr>
          <p:nvPr>
            <p:ph type="body" idx="26"/>
          </p:nvPr>
        </p:nvSpPr>
        <p:spPr>
          <a:xfrm>
            <a:off x="857250" y="12934950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8" name="br-matrix-p27 Placeholder"/>
          <p:cNvSpPr>
            <a:spLocks noGrp="1"/>
          </p:cNvSpPr>
          <p:nvPr>
            <p:ph type="body" idx="27"/>
          </p:nvPr>
        </p:nvSpPr>
        <p:spPr>
          <a:xfrm>
            <a:off x="4381500" y="12611100"/>
            <a:ext cx="30480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50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9" name="br-matrix-p28 Placeholder"/>
          <p:cNvSpPr>
            <a:spLocks noGrp="1"/>
          </p:cNvSpPr>
          <p:nvPr>
            <p:ph type="body" idx="28"/>
          </p:nvPr>
        </p:nvSpPr>
        <p:spPr>
          <a:xfrm>
            <a:off x="4381500" y="12934950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0" name="br-matrix-p29 Placeholder"/>
          <p:cNvSpPr>
            <a:spLocks noGrp="1"/>
          </p:cNvSpPr>
          <p:nvPr>
            <p:ph type="body" idx="29"/>
          </p:nvPr>
        </p:nvSpPr>
        <p:spPr>
          <a:xfrm>
            <a:off x="7905750" y="12611100"/>
            <a:ext cx="30480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1" name="br-matrix-p30 Placeholder"/>
          <p:cNvSpPr>
            <a:spLocks noGrp="1"/>
          </p:cNvSpPr>
          <p:nvPr>
            <p:ph type="body" idx="30"/>
          </p:nvPr>
        </p:nvSpPr>
        <p:spPr>
          <a:xfrm>
            <a:off x="7905750" y="12934950"/>
            <a:ext cx="304800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2" name="br-matrix-p31 Placeholder"/>
          <p:cNvSpPr>
            <a:spLocks noGrp="1"/>
          </p:cNvSpPr>
          <p:nvPr>
            <p:ph type="body" idx="31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3" name="br-matrix-p32 Placeholder"/>
          <p:cNvSpPr>
            <a:spLocks noGrp="1"/>
          </p:cNvSpPr>
          <p:nvPr>
            <p:ph type="body" idx="32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4" name="br-matrix-p33 Placeholder"/>
          <p:cNvSpPr>
            <a:spLocks noGrp="1"/>
          </p:cNvSpPr>
          <p:nvPr>
            <p:ph type="sldNum" idx="33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63A3D009-D4EF-4CCD-8188-80BEA7AB07A8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2755820607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Issue tree / launch de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tree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tree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E701AAA2-1A09-4B3B-B503-68EBF8DC1572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tree-p3 Placeholder"/>
          <p:cNvSpPr>
            <a:spLocks noGrp="1"/>
          </p:cNvSpPr>
          <p:nvPr>
            <p:ph type="body" idx="3"/>
          </p:nvPr>
        </p:nvSpPr>
        <p:spPr>
          <a:xfrm>
            <a:off x="857250" y="12001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tree-p4 Placeholder"/>
          <p:cNvSpPr>
            <a:spLocks noGrp="1"/>
          </p:cNvSpPr>
          <p:nvPr>
            <p:ph type="title" idx="4"/>
          </p:nvPr>
        </p:nvSpPr>
        <p:spPr>
          <a:xfrm>
            <a:off x="857250" y="1600200"/>
            <a:ext cx="10096500" cy="870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 lang="en"/>
            </a:lvl1pPr>
          </a:lstStyle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tree-p5 Placeholder"/>
          <p:cNvSpPr>
            <a:spLocks noGrp="1"/>
          </p:cNvSpPr>
          <p:nvPr>
            <p:ph type="body" idx="5"/>
          </p:nvPr>
        </p:nvSpPr>
        <p:spPr>
          <a:xfrm>
            <a:off x="857250" y="2724150"/>
            <a:ext cx="8191500" cy="7686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 lang="en"/>
            </a:lvl1pPr>
          </a:lstStyle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tree-p6 Placeholder"/>
          <p:cNvSpPr>
            <a:spLocks noGrp="1"/>
          </p:cNvSpPr>
          <p:nvPr>
            <p:ph type="body" idx="6"/>
          </p:nvPr>
        </p:nvSpPr>
        <p:spPr>
          <a:xfrm>
            <a:off x="4191000" y="3581400"/>
            <a:ext cx="3429000" cy="58816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80" lang="en"/>
            </a:lvl1pPr>
          </a:lstStyle>
          <a:p>
            <a:pPr algn="l" marL="0" indent="0">
              <a:buNone/>
            </a:pPr>
            <a:r>
              <a:rPr lang="e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8" name="br-tree-p7 Placeholder"/>
          <p:cNvSpPr>
            <a:spLocks noGrp="1"/>
          </p:cNvSpPr>
          <p:nvPr>
            <p:ph type="body" idx="7"/>
          </p:nvPr>
        </p:nvSpPr>
        <p:spPr>
          <a:xfrm>
            <a:off x="1028700" y="5067300"/>
            <a:ext cx="2514600" cy="412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buNone/>
            </a:pPr>
            <a:r>
              <a:rPr lang="en" sz="128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tree-p8 Placeholder"/>
          <p:cNvSpPr>
            <a:spLocks noGrp="1"/>
          </p:cNvSpPr>
          <p:nvPr>
            <p:ph type="body" idx="8"/>
          </p:nvPr>
        </p:nvSpPr>
        <p:spPr>
          <a:xfrm>
            <a:off x="1028700" y="535305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lnSpc>
                <a:spcPts val="1200"/>
              </a:lnSpc>
              <a:buNone/>
            </a:pPr>
            <a:r>
              <a:rPr lang="en" sz="8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0" name="br-tree-p9 Placeholder"/>
          <p:cNvSpPr>
            <a:spLocks noGrp="1"/>
          </p:cNvSpPr>
          <p:nvPr>
            <p:ph type="body" idx="9"/>
          </p:nvPr>
        </p:nvSpPr>
        <p:spPr>
          <a:xfrm>
            <a:off x="4648200" y="5067300"/>
            <a:ext cx="2514600" cy="412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buNone/>
            </a:pPr>
            <a:r>
              <a:rPr lang="e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tree-p10 Placeholder"/>
          <p:cNvSpPr>
            <a:spLocks noGrp="1"/>
          </p:cNvSpPr>
          <p:nvPr>
            <p:ph type="body" idx="10"/>
          </p:nvPr>
        </p:nvSpPr>
        <p:spPr>
          <a:xfrm>
            <a:off x="4648200" y="535305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lnSpc>
                <a:spcPts val="1200"/>
              </a:lnSpc>
              <a:buNone/>
            </a:pPr>
            <a:r>
              <a:rPr lang="en" sz="820" dirty="0">
                <a:solidFill>
                  <a:srgbClr val="FFE1D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tree-p11 Placeholder"/>
          <p:cNvSpPr>
            <a:spLocks noGrp="1"/>
          </p:cNvSpPr>
          <p:nvPr>
            <p:ph type="body" idx="11"/>
          </p:nvPr>
        </p:nvSpPr>
        <p:spPr>
          <a:xfrm>
            <a:off x="8267700" y="5067300"/>
            <a:ext cx="2514600" cy="412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buNone/>
            </a:pPr>
            <a:r>
              <a:rPr lang="en" sz="128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tree-p12 Placeholder"/>
          <p:cNvSpPr>
            <a:spLocks noGrp="1"/>
          </p:cNvSpPr>
          <p:nvPr>
            <p:ph type="body" idx="12"/>
          </p:nvPr>
        </p:nvSpPr>
        <p:spPr>
          <a:xfrm>
            <a:off x="8267700" y="5353050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lnSpc>
                <a:spcPts val="1200"/>
              </a:lnSpc>
              <a:buNone/>
            </a:pPr>
            <a:r>
              <a:rPr lang="en" sz="8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tree-p13 Placeholder"/>
          <p:cNvSpPr>
            <a:spLocks noGrp="1"/>
          </p:cNvSpPr>
          <p:nvPr>
            <p:ph type="body" idx="13"/>
          </p:nvPr>
        </p:nvSpPr>
        <p:spPr>
          <a:xfrm>
            <a:off x="1943100" y="6286500"/>
            <a:ext cx="1638300" cy="329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tree-p14 Placeholder"/>
          <p:cNvSpPr>
            <a:spLocks noGrp="1"/>
          </p:cNvSpPr>
          <p:nvPr>
            <p:ph type="body" idx="14"/>
          </p:nvPr>
        </p:nvSpPr>
        <p:spPr>
          <a:xfrm>
            <a:off x="1943100" y="6515100"/>
            <a:ext cx="16383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6" name="br-tree-p15 Placeholder"/>
          <p:cNvSpPr>
            <a:spLocks noGrp="1"/>
          </p:cNvSpPr>
          <p:nvPr>
            <p:ph type="body" idx="15"/>
          </p:nvPr>
        </p:nvSpPr>
        <p:spPr>
          <a:xfrm>
            <a:off x="1943100" y="7277100"/>
            <a:ext cx="1638300" cy="329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7" name="br-tree-p16 Placeholder"/>
          <p:cNvSpPr>
            <a:spLocks noGrp="1"/>
          </p:cNvSpPr>
          <p:nvPr>
            <p:ph type="body" idx="16"/>
          </p:nvPr>
        </p:nvSpPr>
        <p:spPr>
          <a:xfrm>
            <a:off x="1943100" y="7505700"/>
            <a:ext cx="1638300" cy="358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lnSpc>
                <a:spcPts val="975"/>
              </a:lnSpc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8" name="br-tree-p17 Placeholder"/>
          <p:cNvSpPr>
            <a:spLocks noGrp="1"/>
          </p:cNvSpPr>
          <p:nvPr>
            <p:ph type="body" idx="17"/>
          </p:nvPr>
        </p:nvSpPr>
        <p:spPr>
          <a:xfrm>
            <a:off x="5562600" y="6286500"/>
            <a:ext cx="1638300" cy="329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9" name="br-tree-p18 Placeholder"/>
          <p:cNvSpPr>
            <a:spLocks noGrp="1"/>
          </p:cNvSpPr>
          <p:nvPr>
            <p:ph type="body" idx="18"/>
          </p:nvPr>
        </p:nvSpPr>
        <p:spPr>
          <a:xfrm>
            <a:off x="5562600" y="6515100"/>
            <a:ext cx="1638300" cy="358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lnSpc>
                <a:spcPts val="975"/>
              </a:lnSpc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0" name="br-tree-p19 Placeholder"/>
          <p:cNvSpPr>
            <a:spLocks noGrp="1"/>
          </p:cNvSpPr>
          <p:nvPr>
            <p:ph type="body" idx="19"/>
          </p:nvPr>
        </p:nvSpPr>
        <p:spPr>
          <a:xfrm>
            <a:off x="5562600" y="7277100"/>
            <a:ext cx="1638300" cy="329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1" name="br-tree-p20 Placeholder"/>
          <p:cNvSpPr>
            <a:spLocks noGrp="1"/>
          </p:cNvSpPr>
          <p:nvPr>
            <p:ph type="body" idx="20"/>
          </p:nvPr>
        </p:nvSpPr>
        <p:spPr>
          <a:xfrm>
            <a:off x="5562600" y="7505700"/>
            <a:ext cx="1638300" cy="358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lnSpc>
                <a:spcPts val="975"/>
              </a:lnSpc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2" name="br-tree-p21 Placeholder"/>
          <p:cNvSpPr>
            <a:spLocks noGrp="1"/>
          </p:cNvSpPr>
          <p:nvPr>
            <p:ph type="body" idx="21"/>
          </p:nvPr>
        </p:nvSpPr>
        <p:spPr>
          <a:xfrm>
            <a:off x="9182100" y="6286500"/>
            <a:ext cx="1638300" cy="329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3" name="br-tree-p22 Placeholder"/>
          <p:cNvSpPr>
            <a:spLocks noGrp="1"/>
          </p:cNvSpPr>
          <p:nvPr>
            <p:ph type="body" idx="22"/>
          </p:nvPr>
        </p:nvSpPr>
        <p:spPr>
          <a:xfrm>
            <a:off x="9182100" y="6515100"/>
            <a:ext cx="1638300" cy="285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4" name="br-tree-p23 Placeholder"/>
          <p:cNvSpPr>
            <a:spLocks noGrp="1"/>
          </p:cNvSpPr>
          <p:nvPr>
            <p:ph type="body" idx="23"/>
          </p:nvPr>
        </p:nvSpPr>
        <p:spPr>
          <a:xfrm>
            <a:off x="9182100" y="7277100"/>
            <a:ext cx="1638300" cy="3295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5" name="br-tree-p24 Placeholder"/>
          <p:cNvSpPr>
            <a:spLocks noGrp="1"/>
          </p:cNvSpPr>
          <p:nvPr>
            <p:ph type="body" idx="24"/>
          </p:nvPr>
        </p:nvSpPr>
        <p:spPr>
          <a:xfrm>
            <a:off x="9182100" y="7505700"/>
            <a:ext cx="1638300" cy="358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lnSpc>
                <a:spcPts val="975"/>
              </a:lnSpc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6" name="br-tree-p25 Placeholder"/>
          <p:cNvSpPr>
            <a:spLocks noGrp="1"/>
          </p:cNvSpPr>
          <p:nvPr>
            <p:ph type="body" idx="25"/>
          </p:nvPr>
        </p:nvSpPr>
        <p:spPr>
          <a:xfrm>
            <a:off x="857250" y="9810750"/>
            <a:ext cx="857250" cy="861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7" name="br-tree-p26 Placeholder"/>
          <p:cNvSpPr>
            <a:spLocks noGrp="1"/>
          </p:cNvSpPr>
          <p:nvPr>
            <p:ph type="body" idx="26"/>
          </p:nvPr>
        </p:nvSpPr>
        <p:spPr>
          <a:xfrm>
            <a:off x="1714500" y="9906000"/>
            <a:ext cx="238125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8" name="br-tree-p27 Placeholder"/>
          <p:cNvSpPr>
            <a:spLocks noGrp="1"/>
          </p:cNvSpPr>
          <p:nvPr>
            <p:ph type="body" idx="27"/>
          </p:nvPr>
        </p:nvSpPr>
        <p:spPr>
          <a:xfrm>
            <a:off x="857250" y="10591800"/>
            <a:ext cx="2952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9" name="br-tree-p28 Placeholder"/>
          <p:cNvSpPr>
            <a:spLocks noGrp="1"/>
          </p:cNvSpPr>
          <p:nvPr>
            <p:ph type="body" idx="28"/>
          </p:nvPr>
        </p:nvSpPr>
        <p:spPr>
          <a:xfrm>
            <a:off x="4381500" y="9810750"/>
            <a:ext cx="857250" cy="861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0" name="br-tree-p29 Placeholder"/>
          <p:cNvSpPr>
            <a:spLocks noGrp="1"/>
          </p:cNvSpPr>
          <p:nvPr>
            <p:ph type="body" idx="29"/>
          </p:nvPr>
        </p:nvSpPr>
        <p:spPr>
          <a:xfrm>
            <a:off x="5238750" y="9906000"/>
            <a:ext cx="238125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1" name="br-tree-p30 Placeholder"/>
          <p:cNvSpPr>
            <a:spLocks noGrp="1"/>
          </p:cNvSpPr>
          <p:nvPr>
            <p:ph type="body" idx="30"/>
          </p:nvPr>
        </p:nvSpPr>
        <p:spPr>
          <a:xfrm>
            <a:off x="4381500" y="10591800"/>
            <a:ext cx="2952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2" name="br-tree-p31 Placeholder"/>
          <p:cNvSpPr>
            <a:spLocks noGrp="1"/>
          </p:cNvSpPr>
          <p:nvPr>
            <p:ph type="body" idx="31"/>
          </p:nvPr>
        </p:nvSpPr>
        <p:spPr>
          <a:xfrm>
            <a:off x="7905750" y="9810750"/>
            <a:ext cx="857250" cy="861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3" name="br-tree-p32 Placeholder"/>
          <p:cNvSpPr>
            <a:spLocks noGrp="1"/>
          </p:cNvSpPr>
          <p:nvPr>
            <p:ph type="body" idx="32"/>
          </p:nvPr>
        </p:nvSpPr>
        <p:spPr>
          <a:xfrm>
            <a:off x="8763000" y="9906000"/>
            <a:ext cx="238125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4" name="br-tree-p33 Placeholder"/>
          <p:cNvSpPr>
            <a:spLocks noGrp="1"/>
          </p:cNvSpPr>
          <p:nvPr>
            <p:ph type="body" idx="33"/>
          </p:nvPr>
        </p:nvSpPr>
        <p:spPr>
          <a:xfrm>
            <a:off x="7905750" y="10591800"/>
            <a:ext cx="29527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5" name="br-tree-p34 Placeholder"/>
          <p:cNvSpPr>
            <a:spLocks noGrp="1"/>
          </p:cNvSpPr>
          <p:nvPr>
            <p:ph type="body" idx="34"/>
          </p:nvPr>
        </p:nvSpPr>
        <p:spPr>
          <a:xfrm>
            <a:off x="857250" y="12268200"/>
            <a:ext cx="381000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b="1" spc="16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6" name="br-tree-p35 Placeholder"/>
          <p:cNvSpPr>
            <a:spLocks noGrp="1"/>
          </p:cNvSpPr>
          <p:nvPr>
            <p:ph type="body" idx="35"/>
          </p:nvPr>
        </p:nvSpPr>
        <p:spPr>
          <a:xfrm>
            <a:off x="857250" y="12611100"/>
            <a:ext cx="6667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 lang="en"/>
            </a:lvl1pPr>
          </a:lstStyle>
          <a:p>
            <a:pPr algn="l" marL="0" indent="0">
              <a:buNone/>
            </a:pPr>
            <a:r>
              <a:rPr lang="en" sz="24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7" name="br-tree-p36 Placeholder"/>
          <p:cNvSpPr>
            <a:spLocks noGrp="1"/>
          </p:cNvSpPr>
          <p:nvPr>
            <p:ph type="body" idx="36"/>
          </p:nvPr>
        </p:nvSpPr>
        <p:spPr>
          <a:xfrm>
            <a:off x="857250" y="13258800"/>
            <a:ext cx="7239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 lang="en"/>
            </a:lvl1pPr>
          </a:lstStyle>
          <a:p>
            <a:pPr algn="l" marL="0" indent="0">
              <a:lnSpc>
                <a:spcPts val="1800"/>
              </a:lnSpc>
              <a:buNone/>
            </a:pPr>
            <a:r>
              <a:rPr lang="en" sz="120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8" name="br-tree-p37 Placeholder"/>
          <p:cNvSpPr>
            <a:spLocks noGrp="1"/>
          </p:cNvSpPr>
          <p:nvPr>
            <p:ph type="body" idx="37"/>
          </p:nvPr>
        </p:nvSpPr>
        <p:spPr>
          <a:xfrm>
            <a:off x="8572500" y="12611100"/>
            <a:ext cx="2095500" cy="1021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4800" lang="en"/>
            </a:lvl1pPr>
          </a:lstStyle>
          <a:p>
            <a:pPr algn="r" marL="0" indent="0">
              <a:buNone/>
            </a:pPr>
            <a:r>
              <a:rPr lang="en" sz="4800" b="1" dirty="0">
                <a:solidFill>
                  <a:srgbClr val="00A9F4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9" name="br-tree-p38 Placeholder"/>
          <p:cNvSpPr>
            <a:spLocks noGrp="1"/>
          </p:cNvSpPr>
          <p:nvPr>
            <p:ph type="body" idx="38"/>
          </p:nvPr>
        </p:nvSpPr>
        <p:spPr>
          <a:xfrm>
            <a:off x="8572500" y="13296900"/>
            <a:ext cx="2095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b="1" spc="120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0" name="br-tree-p39 Placeholder"/>
          <p:cNvSpPr>
            <a:spLocks noGrp="1"/>
          </p:cNvSpPr>
          <p:nvPr>
            <p:ph type="body" idx="39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1" name="br-tree-p40 Placeholder"/>
          <p:cNvSpPr>
            <a:spLocks noGrp="1"/>
          </p:cNvSpPr>
          <p:nvPr>
            <p:ph type="body" idx="40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2" name="br-tree-p41 Placeholder"/>
          <p:cNvSpPr>
            <a:spLocks noGrp="1"/>
          </p:cNvSpPr>
          <p:nvPr>
            <p:ph type="sldNum" idx="41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3CEAA47D-8B30-4646-9B56-4626B2537FCC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3151601350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ree scenari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scenarios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scenarios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BD1CC01A-F1CF-4A83-8E1C-B09E633B14A5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scenarios-p3 Placeholder"/>
          <p:cNvSpPr>
            <a:spLocks noGrp="1"/>
          </p:cNvSpPr>
          <p:nvPr>
            <p:ph type="body" idx="3"/>
          </p:nvPr>
        </p:nvSpPr>
        <p:spPr>
          <a:xfrm>
            <a:off x="857250" y="12001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scenarios-p4 Placeholder"/>
          <p:cNvSpPr>
            <a:spLocks noGrp="1"/>
          </p:cNvSpPr>
          <p:nvPr>
            <p:ph type="title" idx="4"/>
          </p:nvPr>
        </p:nvSpPr>
        <p:spPr>
          <a:xfrm>
            <a:off x="857250" y="1600200"/>
            <a:ext cx="9810750" cy="870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 lang="en"/>
            </a:lvl1pPr>
          </a:lstStyle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scenarios-p5 Placeholder"/>
          <p:cNvSpPr>
            <a:spLocks noGrp="1"/>
          </p:cNvSpPr>
          <p:nvPr>
            <p:ph type="body" idx="5"/>
          </p:nvPr>
        </p:nvSpPr>
        <p:spPr>
          <a:xfrm>
            <a:off x="857250" y="2724150"/>
            <a:ext cx="8382000" cy="1012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 lang="en"/>
            </a:lvl1pPr>
          </a:lstStyle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scenarios-p6 Placeholder"/>
          <p:cNvSpPr>
            <a:spLocks noGrp="1"/>
          </p:cNvSpPr>
          <p:nvPr>
            <p:ph type="body" idx="6"/>
          </p:nvPr>
        </p:nvSpPr>
        <p:spPr>
          <a:xfrm>
            <a:off x="857250" y="4152900"/>
            <a:ext cx="2857500" cy="3833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buNone/>
            </a:pPr>
            <a:r>
              <a:rPr lang="en" sz="1120" b="1" spc="150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8" name="br-scenarios-p7 Placeholder"/>
          <p:cNvSpPr>
            <a:spLocks noGrp="1"/>
          </p:cNvSpPr>
          <p:nvPr>
            <p:ph type="body" idx="7"/>
          </p:nvPr>
        </p:nvSpPr>
        <p:spPr>
          <a:xfrm>
            <a:off x="857250" y="4438650"/>
            <a:ext cx="2857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scenarios-p8 Placeholder"/>
          <p:cNvSpPr>
            <a:spLocks noGrp="1"/>
          </p:cNvSpPr>
          <p:nvPr>
            <p:ph type="body" idx="8"/>
          </p:nvPr>
        </p:nvSpPr>
        <p:spPr>
          <a:xfrm>
            <a:off x="4476750" y="4152900"/>
            <a:ext cx="2857500" cy="3833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buNone/>
            </a:pPr>
            <a:r>
              <a:rPr lang="en" sz="1120" b="1" spc="15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0" name="br-scenarios-p9 Placeholder"/>
          <p:cNvSpPr>
            <a:spLocks noGrp="1"/>
          </p:cNvSpPr>
          <p:nvPr>
            <p:ph type="body" idx="9"/>
          </p:nvPr>
        </p:nvSpPr>
        <p:spPr>
          <a:xfrm>
            <a:off x="4476750" y="4438650"/>
            <a:ext cx="2857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scenarios-p10 Placeholder"/>
          <p:cNvSpPr>
            <a:spLocks noGrp="1"/>
          </p:cNvSpPr>
          <p:nvPr>
            <p:ph type="body" idx="10"/>
          </p:nvPr>
        </p:nvSpPr>
        <p:spPr>
          <a:xfrm>
            <a:off x="8096250" y="4152900"/>
            <a:ext cx="2857500" cy="3833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buNone/>
            </a:pPr>
            <a:r>
              <a:rPr lang="en" sz="112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scenarios-p11 Placeholder"/>
          <p:cNvSpPr>
            <a:spLocks noGrp="1"/>
          </p:cNvSpPr>
          <p:nvPr>
            <p:ph type="body" idx="11"/>
          </p:nvPr>
        </p:nvSpPr>
        <p:spPr>
          <a:xfrm>
            <a:off x="8096250" y="4438650"/>
            <a:ext cx="2857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scenarios-p12 Placeholder"/>
          <p:cNvSpPr>
            <a:spLocks noGrp="1"/>
          </p:cNvSpPr>
          <p:nvPr>
            <p:ph type="body" idx="12"/>
          </p:nvPr>
        </p:nvSpPr>
        <p:spPr>
          <a:xfrm>
            <a:off x="857250" y="5143500"/>
            <a:ext cx="323850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scenarios-p13 Placeholder"/>
          <p:cNvSpPr>
            <a:spLocks noGrp="1"/>
          </p:cNvSpPr>
          <p:nvPr>
            <p:ph type="body" idx="13"/>
          </p:nvPr>
        </p:nvSpPr>
        <p:spPr>
          <a:xfrm>
            <a:off x="857250" y="5257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scenarios-p14 Placeholder"/>
          <p:cNvSpPr>
            <a:spLocks noGrp="1"/>
          </p:cNvSpPr>
          <p:nvPr>
            <p:ph type="body" idx="14"/>
          </p:nvPr>
        </p:nvSpPr>
        <p:spPr>
          <a:xfrm>
            <a:off x="4476750" y="5257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6" name="br-scenarios-p15 Placeholder"/>
          <p:cNvSpPr>
            <a:spLocks noGrp="1"/>
          </p:cNvSpPr>
          <p:nvPr>
            <p:ph type="body" idx="15"/>
          </p:nvPr>
        </p:nvSpPr>
        <p:spPr>
          <a:xfrm>
            <a:off x="8096250" y="5257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7" name="br-scenarios-p16 Placeholder"/>
          <p:cNvSpPr>
            <a:spLocks noGrp="1"/>
          </p:cNvSpPr>
          <p:nvPr>
            <p:ph type="body" idx="16"/>
          </p:nvPr>
        </p:nvSpPr>
        <p:spPr>
          <a:xfrm>
            <a:off x="857250" y="6286500"/>
            <a:ext cx="323850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8" name="br-scenarios-p17 Placeholder"/>
          <p:cNvSpPr>
            <a:spLocks noGrp="1"/>
          </p:cNvSpPr>
          <p:nvPr>
            <p:ph type="body" idx="17"/>
          </p:nvPr>
        </p:nvSpPr>
        <p:spPr>
          <a:xfrm>
            <a:off x="857250" y="6400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9" name="br-scenarios-p18 Placeholder"/>
          <p:cNvSpPr>
            <a:spLocks noGrp="1"/>
          </p:cNvSpPr>
          <p:nvPr>
            <p:ph type="body" idx="18"/>
          </p:nvPr>
        </p:nvSpPr>
        <p:spPr>
          <a:xfrm>
            <a:off x="4476750" y="6400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0" name="br-scenarios-p19 Placeholder"/>
          <p:cNvSpPr>
            <a:spLocks noGrp="1"/>
          </p:cNvSpPr>
          <p:nvPr>
            <p:ph type="body" idx="19"/>
          </p:nvPr>
        </p:nvSpPr>
        <p:spPr>
          <a:xfrm>
            <a:off x="8096250" y="6400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1" name="br-scenarios-p20 Placeholder"/>
          <p:cNvSpPr>
            <a:spLocks noGrp="1"/>
          </p:cNvSpPr>
          <p:nvPr>
            <p:ph type="body" idx="20"/>
          </p:nvPr>
        </p:nvSpPr>
        <p:spPr>
          <a:xfrm>
            <a:off x="857250" y="7429500"/>
            <a:ext cx="323850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2" name="br-scenarios-p21 Placeholder"/>
          <p:cNvSpPr>
            <a:spLocks noGrp="1"/>
          </p:cNvSpPr>
          <p:nvPr>
            <p:ph type="body" idx="21"/>
          </p:nvPr>
        </p:nvSpPr>
        <p:spPr>
          <a:xfrm>
            <a:off x="857250" y="7543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3" name="br-scenarios-p22 Placeholder"/>
          <p:cNvSpPr>
            <a:spLocks noGrp="1"/>
          </p:cNvSpPr>
          <p:nvPr>
            <p:ph type="body" idx="22"/>
          </p:nvPr>
        </p:nvSpPr>
        <p:spPr>
          <a:xfrm>
            <a:off x="4476750" y="7543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4" name="br-scenarios-p23 Placeholder"/>
          <p:cNvSpPr>
            <a:spLocks noGrp="1"/>
          </p:cNvSpPr>
          <p:nvPr>
            <p:ph type="body" idx="23"/>
          </p:nvPr>
        </p:nvSpPr>
        <p:spPr>
          <a:xfrm>
            <a:off x="8096250" y="7543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5" name="br-scenarios-p24 Placeholder"/>
          <p:cNvSpPr>
            <a:spLocks noGrp="1"/>
          </p:cNvSpPr>
          <p:nvPr>
            <p:ph type="body" idx="24"/>
          </p:nvPr>
        </p:nvSpPr>
        <p:spPr>
          <a:xfrm>
            <a:off x="857250" y="8572500"/>
            <a:ext cx="323850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6" name="br-scenarios-p25 Placeholder"/>
          <p:cNvSpPr>
            <a:spLocks noGrp="1"/>
          </p:cNvSpPr>
          <p:nvPr>
            <p:ph type="body" idx="25"/>
          </p:nvPr>
        </p:nvSpPr>
        <p:spPr>
          <a:xfrm>
            <a:off x="857250" y="8686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7" name="br-scenarios-p26 Placeholder"/>
          <p:cNvSpPr>
            <a:spLocks noGrp="1"/>
          </p:cNvSpPr>
          <p:nvPr>
            <p:ph type="body" idx="26"/>
          </p:nvPr>
        </p:nvSpPr>
        <p:spPr>
          <a:xfrm>
            <a:off x="4476750" y="8686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8" name="br-scenarios-p27 Placeholder"/>
          <p:cNvSpPr>
            <a:spLocks noGrp="1"/>
          </p:cNvSpPr>
          <p:nvPr>
            <p:ph type="body" idx="27"/>
          </p:nvPr>
        </p:nvSpPr>
        <p:spPr>
          <a:xfrm>
            <a:off x="8096250" y="8686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9" name="br-scenarios-p28 Placeholder"/>
          <p:cNvSpPr>
            <a:spLocks noGrp="1"/>
          </p:cNvSpPr>
          <p:nvPr>
            <p:ph type="body" idx="28"/>
          </p:nvPr>
        </p:nvSpPr>
        <p:spPr>
          <a:xfrm>
            <a:off x="857250" y="9715500"/>
            <a:ext cx="3238500" cy="3000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0" name="br-scenarios-p29 Placeholder"/>
          <p:cNvSpPr>
            <a:spLocks noGrp="1"/>
          </p:cNvSpPr>
          <p:nvPr>
            <p:ph type="body" idx="29"/>
          </p:nvPr>
        </p:nvSpPr>
        <p:spPr>
          <a:xfrm>
            <a:off x="857250" y="9829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1" name="br-scenarios-p30 Placeholder"/>
          <p:cNvSpPr>
            <a:spLocks noGrp="1"/>
          </p:cNvSpPr>
          <p:nvPr>
            <p:ph type="body" idx="30"/>
          </p:nvPr>
        </p:nvSpPr>
        <p:spPr>
          <a:xfrm>
            <a:off x="4476750" y="9829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2" name="br-scenarios-p31 Placeholder"/>
          <p:cNvSpPr>
            <a:spLocks noGrp="1"/>
          </p:cNvSpPr>
          <p:nvPr>
            <p:ph type="body" idx="31"/>
          </p:nvPr>
        </p:nvSpPr>
        <p:spPr>
          <a:xfrm>
            <a:off x="8096250" y="9829800"/>
            <a:ext cx="2857500" cy="582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3" name="br-scenarios-p32 Placeholder"/>
          <p:cNvSpPr>
            <a:spLocks noGrp="1"/>
          </p:cNvSpPr>
          <p:nvPr>
            <p:ph type="body" idx="32"/>
          </p:nvPr>
        </p:nvSpPr>
        <p:spPr>
          <a:xfrm>
            <a:off x="857250" y="10858500"/>
            <a:ext cx="53340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4" name="br-scenarios-p33 Placeholder"/>
          <p:cNvSpPr>
            <a:spLocks noGrp="1"/>
          </p:cNvSpPr>
          <p:nvPr>
            <p:ph type="body" idx="33"/>
          </p:nvPr>
        </p:nvSpPr>
        <p:spPr>
          <a:xfrm>
            <a:off x="4019912" y="13001625"/>
            <a:ext cx="532676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5" name="br-scenarios-p34 Placeholder"/>
          <p:cNvSpPr>
            <a:spLocks noGrp="1"/>
          </p:cNvSpPr>
          <p:nvPr>
            <p:ph type="body" idx="34"/>
          </p:nvPr>
        </p:nvSpPr>
        <p:spPr>
          <a:xfrm>
            <a:off x="5686787" y="13001625"/>
            <a:ext cx="532676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6" name="br-scenarios-p35 Placeholder"/>
          <p:cNvSpPr>
            <a:spLocks noGrp="1"/>
          </p:cNvSpPr>
          <p:nvPr>
            <p:ph type="body" idx="35"/>
          </p:nvPr>
        </p:nvSpPr>
        <p:spPr>
          <a:xfrm>
            <a:off x="7353662" y="13001625"/>
            <a:ext cx="532676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7" name="br-scenarios-p36 Placeholder"/>
          <p:cNvSpPr>
            <a:spLocks noGrp="1"/>
          </p:cNvSpPr>
          <p:nvPr>
            <p:ph type="body" idx="36"/>
          </p:nvPr>
        </p:nvSpPr>
        <p:spPr>
          <a:xfrm>
            <a:off x="9020537" y="13001625"/>
            <a:ext cx="532676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8" name="br-scenarios-p37 Placeholder"/>
          <p:cNvSpPr>
            <a:spLocks noGrp="1"/>
          </p:cNvSpPr>
          <p:nvPr>
            <p:ph type="body" idx="37"/>
          </p:nvPr>
        </p:nvSpPr>
        <p:spPr>
          <a:xfrm>
            <a:off x="10687412" y="13001625"/>
            <a:ext cx="532676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9" name="br-scenarios-p38 Placeholder"/>
          <p:cNvSpPr>
            <a:spLocks noGrp="1"/>
          </p:cNvSpPr>
          <p:nvPr>
            <p:ph type="body" idx="38"/>
          </p:nvPr>
        </p:nvSpPr>
        <p:spPr>
          <a:xfrm>
            <a:off x="9382125" y="11239500"/>
            <a:ext cx="1333500" cy="294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0" name="br-scenarios-p39 Placeholder"/>
          <p:cNvSpPr>
            <a:spLocks noGrp="1"/>
          </p:cNvSpPr>
          <p:nvPr>
            <p:ph type="body" idx="39"/>
          </p:nvPr>
        </p:nvSpPr>
        <p:spPr>
          <a:xfrm>
            <a:off x="1009650" y="11601450"/>
            <a:ext cx="285750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b="1" spc="10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1" name="br-scenarios-p40 Placeholder"/>
          <p:cNvSpPr>
            <a:spLocks noGrp="1"/>
          </p:cNvSpPr>
          <p:nvPr>
            <p:ph type="body" idx="40"/>
          </p:nvPr>
        </p:nvSpPr>
        <p:spPr>
          <a:xfrm>
            <a:off x="8605838" y="11620500"/>
            <a:ext cx="800100" cy="3390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2" name="br-scenarios-p41 Placeholder"/>
          <p:cNvSpPr>
            <a:spLocks noGrp="1"/>
          </p:cNvSpPr>
          <p:nvPr>
            <p:ph type="body" idx="41"/>
          </p:nvPr>
        </p:nvSpPr>
        <p:spPr>
          <a:xfrm>
            <a:off x="1009650" y="12077700"/>
            <a:ext cx="285750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b="1" spc="10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3" name="br-scenarios-p42 Placeholder"/>
          <p:cNvSpPr>
            <a:spLocks noGrp="1"/>
          </p:cNvSpPr>
          <p:nvPr>
            <p:ph type="body" idx="42"/>
          </p:nvPr>
        </p:nvSpPr>
        <p:spPr>
          <a:xfrm>
            <a:off x="10106025" y="12096750"/>
            <a:ext cx="800100" cy="3390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4" name="br-scenarios-p43 Placeholder"/>
          <p:cNvSpPr>
            <a:spLocks noGrp="1"/>
          </p:cNvSpPr>
          <p:nvPr>
            <p:ph type="body" idx="43"/>
          </p:nvPr>
        </p:nvSpPr>
        <p:spPr>
          <a:xfrm>
            <a:off x="1009650" y="12553950"/>
            <a:ext cx="285750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b="1" spc="10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5" name="br-scenarios-p44 Placeholder"/>
          <p:cNvSpPr>
            <a:spLocks noGrp="1"/>
          </p:cNvSpPr>
          <p:nvPr>
            <p:ph type="body" idx="44"/>
          </p:nvPr>
        </p:nvSpPr>
        <p:spPr>
          <a:xfrm>
            <a:off x="6022181" y="12573000"/>
            <a:ext cx="800100" cy="3390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6" name="br-scenarios-p45 Placeholder"/>
          <p:cNvSpPr>
            <a:spLocks noGrp="1"/>
          </p:cNvSpPr>
          <p:nvPr>
            <p:ph type="body" idx="45"/>
          </p:nvPr>
        </p:nvSpPr>
        <p:spPr>
          <a:xfrm>
            <a:off x="1047750" y="14116050"/>
            <a:ext cx="9525000" cy="4248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9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7" name="br-scenarios-p46 Placeholder"/>
          <p:cNvSpPr>
            <a:spLocks noGrp="1"/>
          </p:cNvSpPr>
          <p:nvPr>
            <p:ph type="body" idx="46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8" name="br-scenarios-p47 Placeholder"/>
          <p:cNvSpPr>
            <a:spLocks noGrp="1"/>
          </p:cNvSpPr>
          <p:nvPr>
            <p:ph type="body" idx="47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9" name="br-scenarios-p48 Placeholder"/>
          <p:cNvSpPr>
            <a:spLocks noGrp="1"/>
          </p:cNvSpPr>
          <p:nvPr>
            <p:ph type="sldNum" idx="48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DEFBF5F4-1CB2-4AE2-80C2-CB5AD35CA3BF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766193811"/>
      </p:ext>
    </p:extLst>
  </p:cSld>
  <p:clrMapOvr>
    <a:masterClrMapping/>
  </p:clrMapOvr>
  <p:hf hdr="0" dt="0" ftr="0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ree operating mod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choice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choice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AE6EED15-B6F6-4B0D-917D-265DCA49BAB4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choice-p3 Placeholder"/>
          <p:cNvSpPr>
            <a:spLocks noGrp="1"/>
          </p:cNvSpPr>
          <p:nvPr>
            <p:ph type="body" idx="3"/>
          </p:nvPr>
        </p:nvSpPr>
        <p:spPr>
          <a:xfrm>
            <a:off x="857250" y="12001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choice-p4 Placeholder"/>
          <p:cNvSpPr>
            <a:spLocks noGrp="1"/>
          </p:cNvSpPr>
          <p:nvPr>
            <p:ph type="title" idx="4"/>
          </p:nvPr>
        </p:nvSpPr>
        <p:spPr>
          <a:xfrm>
            <a:off x="857250" y="1600200"/>
            <a:ext cx="9810750" cy="870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 lang="en"/>
            </a:lvl1pPr>
          </a:lstStyle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choice-p5 Placeholder"/>
          <p:cNvSpPr>
            <a:spLocks noGrp="1"/>
          </p:cNvSpPr>
          <p:nvPr>
            <p:ph type="body" idx="5"/>
          </p:nvPr>
        </p:nvSpPr>
        <p:spPr>
          <a:xfrm>
            <a:off x="857250" y="2724150"/>
            <a:ext cx="9620250" cy="7134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 lang="en"/>
            </a:lvl1pPr>
          </a:lstStyle>
          <a:p>
            <a:pPr algn="l" marL="0" indent="0">
              <a:lnSpc>
                <a:spcPts val="2126"/>
              </a:lnSpc>
              <a:buNone/>
            </a:pPr>
            <a:r>
              <a:rPr lang="en" sz="15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choice-p6 Placeholder"/>
          <p:cNvSpPr>
            <a:spLocks noGrp="1"/>
          </p:cNvSpPr>
          <p:nvPr>
            <p:ph type="body" idx="6"/>
          </p:nvPr>
        </p:nvSpPr>
        <p:spPr>
          <a:xfrm>
            <a:off x="1047750" y="3810000"/>
            <a:ext cx="2571750" cy="3571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8" name="br-choice-p7 Placeholder"/>
          <p:cNvSpPr>
            <a:spLocks noGrp="1"/>
          </p:cNvSpPr>
          <p:nvPr>
            <p:ph type="body" idx="7"/>
          </p:nvPr>
        </p:nvSpPr>
        <p:spPr>
          <a:xfrm>
            <a:off x="3810000" y="3810000"/>
            <a:ext cx="2286000" cy="3571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choice-p8 Placeholder"/>
          <p:cNvSpPr>
            <a:spLocks noGrp="1"/>
          </p:cNvSpPr>
          <p:nvPr>
            <p:ph type="body" idx="8"/>
          </p:nvPr>
        </p:nvSpPr>
        <p:spPr>
          <a:xfrm>
            <a:off x="6191250" y="3810000"/>
            <a:ext cx="2286000" cy="3571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0" name="br-choice-p9 Placeholder"/>
          <p:cNvSpPr>
            <a:spLocks noGrp="1"/>
          </p:cNvSpPr>
          <p:nvPr>
            <p:ph type="body" idx="9"/>
          </p:nvPr>
        </p:nvSpPr>
        <p:spPr>
          <a:xfrm>
            <a:off x="8572500" y="3810000"/>
            <a:ext cx="2286000" cy="3571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choice-p10 Placeholder"/>
          <p:cNvSpPr>
            <a:spLocks noGrp="1"/>
          </p:cNvSpPr>
          <p:nvPr>
            <p:ph type="body" idx="10"/>
          </p:nvPr>
        </p:nvSpPr>
        <p:spPr>
          <a:xfrm>
            <a:off x="1047750" y="4286250"/>
            <a:ext cx="2571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choice-p11 Placeholder"/>
          <p:cNvSpPr>
            <a:spLocks noGrp="1"/>
          </p:cNvSpPr>
          <p:nvPr>
            <p:ph type="body" idx="11"/>
          </p:nvPr>
        </p:nvSpPr>
        <p:spPr>
          <a:xfrm>
            <a:off x="3810000" y="428625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choice-p12 Placeholder"/>
          <p:cNvSpPr>
            <a:spLocks noGrp="1"/>
          </p:cNvSpPr>
          <p:nvPr>
            <p:ph type="body" idx="12"/>
          </p:nvPr>
        </p:nvSpPr>
        <p:spPr>
          <a:xfrm>
            <a:off x="6191250" y="428625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choice-p13 Placeholder"/>
          <p:cNvSpPr>
            <a:spLocks noGrp="1"/>
          </p:cNvSpPr>
          <p:nvPr>
            <p:ph type="body" idx="13"/>
          </p:nvPr>
        </p:nvSpPr>
        <p:spPr>
          <a:xfrm>
            <a:off x="8572500" y="428625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choice-p14 Placeholder"/>
          <p:cNvSpPr>
            <a:spLocks noGrp="1"/>
          </p:cNvSpPr>
          <p:nvPr>
            <p:ph type="body" idx="14"/>
          </p:nvPr>
        </p:nvSpPr>
        <p:spPr>
          <a:xfrm>
            <a:off x="1047750" y="5219700"/>
            <a:ext cx="2571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6" name="br-choice-p15 Placeholder"/>
          <p:cNvSpPr>
            <a:spLocks noGrp="1"/>
          </p:cNvSpPr>
          <p:nvPr>
            <p:ph type="body" idx="15"/>
          </p:nvPr>
        </p:nvSpPr>
        <p:spPr>
          <a:xfrm>
            <a:off x="3810000" y="521970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7" name="br-choice-p16 Placeholder"/>
          <p:cNvSpPr>
            <a:spLocks noGrp="1"/>
          </p:cNvSpPr>
          <p:nvPr>
            <p:ph type="body" idx="16"/>
          </p:nvPr>
        </p:nvSpPr>
        <p:spPr>
          <a:xfrm>
            <a:off x="6191250" y="521970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8" name="br-choice-p17 Placeholder"/>
          <p:cNvSpPr>
            <a:spLocks noGrp="1"/>
          </p:cNvSpPr>
          <p:nvPr>
            <p:ph type="body" idx="17"/>
          </p:nvPr>
        </p:nvSpPr>
        <p:spPr>
          <a:xfrm>
            <a:off x="8572500" y="521970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9" name="br-choice-p18 Placeholder"/>
          <p:cNvSpPr>
            <a:spLocks noGrp="1"/>
          </p:cNvSpPr>
          <p:nvPr>
            <p:ph type="body" idx="18"/>
          </p:nvPr>
        </p:nvSpPr>
        <p:spPr>
          <a:xfrm>
            <a:off x="1047750" y="6153150"/>
            <a:ext cx="2571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0" name="br-choice-p19 Placeholder"/>
          <p:cNvSpPr>
            <a:spLocks noGrp="1"/>
          </p:cNvSpPr>
          <p:nvPr>
            <p:ph type="body" idx="19"/>
          </p:nvPr>
        </p:nvSpPr>
        <p:spPr>
          <a:xfrm>
            <a:off x="3810000" y="615315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1" name="br-choice-p20 Placeholder"/>
          <p:cNvSpPr>
            <a:spLocks noGrp="1"/>
          </p:cNvSpPr>
          <p:nvPr>
            <p:ph type="body" idx="20"/>
          </p:nvPr>
        </p:nvSpPr>
        <p:spPr>
          <a:xfrm>
            <a:off x="6191250" y="615315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2" name="br-choice-p21 Placeholder"/>
          <p:cNvSpPr>
            <a:spLocks noGrp="1"/>
          </p:cNvSpPr>
          <p:nvPr>
            <p:ph type="body" idx="21"/>
          </p:nvPr>
        </p:nvSpPr>
        <p:spPr>
          <a:xfrm>
            <a:off x="8572500" y="615315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3" name="br-choice-p22 Placeholder"/>
          <p:cNvSpPr>
            <a:spLocks noGrp="1"/>
          </p:cNvSpPr>
          <p:nvPr>
            <p:ph type="body" idx="22"/>
          </p:nvPr>
        </p:nvSpPr>
        <p:spPr>
          <a:xfrm>
            <a:off x="1047750" y="7086600"/>
            <a:ext cx="2571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4" name="br-choice-p23 Placeholder"/>
          <p:cNvSpPr>
            <a:spLocks noGrp="1"/>
          </p:cNvSpPr>
          <p:nvPr>
            <p:ph type="body" idx="23"/>
          </p:nvPr>
        </p:nvSpPr>
        <p:spPr>
          <a:xfrm>
            <a:off x="3810000" y="708660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5" name="br-choice-p24 Placeholder"/>
          <p:cNvSpPr>
            <a:spLocks noGrp="1"/>
          </p:cNvSpPr>
          <p:nvPr>
            <p:ph type="body" idx="24"/>
          </p:nvPr>
        </p:nvSpPr>
        <p:spPr>
          <a:xfrm>
            <a:off x="6191250" y="708660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6" name="br-choice-p25 Placeholder"/>
          <p:cNvSpPr>
            <a:spLocks noGrp="1"/>
          </p:cNvSpPr>
          <p:nvPr>
            <p:ph type="body" idx="25"/>
          </p:nvPr>
        </p:nvSpPr>
        <p:spPr>
          <a:xfrm>
            <a:off x="8572500" y="708660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7" name="br-choice-p26 Placeholder"/>
          <p:cNvSpPr>
            <a:spLocks noGrp="1"/>
          </p:cNvSpPr>
          <p:nvPr>
            <p:ph type="body" idx="26"/>
          </p:nvPr>
        </p:nvSpPr>
        <p:spPr>
          <a:xfrm>
            <a:off x="1047750" y="8020050"/>
            <a:ext cx="2571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8" name="br-choice-p27 Placeholder"/>
          <p:cNvSpPr>
            <a:spLocks noGrp="1"/>
          </p:cNvSpPr>
          <p:nvPr>
            <p:ph type="body" idx="27"/>
          </p:nvPr>
        </p:nvSpPr>
        <p:spPr>
          <a:xfrm>
            <a:off x="3810000" y="802005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9" name="br-choice-p28 Placeholder"/>
          <p:cNvSpPr>
            <a:spLocks noGrp="1"/>
          </p:cNvSpPr>
          <p:nvPr>
            <p:ph type="body" idx="28"/>
          </p:nvPr>
        </p:nvSpPr>
        <p:spPr>
          <a:xfrm>
            <a:off x="6191250" y="802005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0" name="br-choice-p29 Placeholder"/>
          <p:cNvSpPr>
            <a:spLocks noGrp="1"/>
          </p:cNvSpPr>
          <p:nvPr>
            <p:ph type="body" idx="29"/>
          </p:nvPr>
        </p:nvSpPr>
        <p:spPr>
          <a:xfrm>
            <a:off x="8572500" y="802005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1" name="br-choice-p30 Placeholder"/>
          <p:cNvSpPr>
            <a:spLocks noGrp="1"/>
          </p:cNvSpPr>
          <p:nvPr>
            <p:ph type="body" idx="30"/>
          </p:nvPr>
        </p:nvSpPr>
        <p:spPr>
          <a:xfrm>
            <a:off x="1047750" y="8953500"/>
            <a:ext cx="2571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2" name="br-choice-p31 Placeholder"/>
          <p:cNvSpPr>
            <a:spLocks noGrp="1"/>
          </p:cNvSpPr>
          <p:nvPr>
            <p:ph type="body" idx="31"/>
          </p:nvPr>
        </p:nvSpPr>
        <p:spPr>
          <a:xfrm>
            <a:off x="3810000" y="895350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3" name="br-choice-p32 Placeholder"/>
          <p:cNvSpPr>
            <a:spLocks noGrp="1"/>
          </p:cNvSpPr>
          <p:nvPr>
            <p:ph type="body" idx="32"/>
          </p:nvPr>
        </p:nvSpPr>
        <p:spPr>
          <a:xfrm>
            <a:off x="6191250" y="895350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4" name="br-choice-p33 Placeholder"/>
          <p:cNvSpPr>
            <a:spLocks noGrp="1"/>
          </p:cNvSpPr>
          <p:nvPr>
            <p:ph type="body" idx="33"/>
          </p:nvPr>
        </p:nvSpPr>
        <p:spPr>
          <a:xfrm>
            <a:off x="8572500" y="8953500"/>
            <a:ext cx="2190750" cy="4733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5" name="br-choice-p34 Placeholder"/>
          <p:cNvSpPr>
            <a:spLocks noGrp="1"/>
          </p:cNvSpPr>
          <p:nvPr>
            <p:ph type="body" idx="34"/>
          </p:nvPr>
        </p:nvSpPr>
        <p:spPr>
          <a:xfrm>
            <a:off x="857250" y="10287000"/>
            <a:ext cx="285750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6" name="br-choice-p35 Placeholder"/>
          <p:cNvSpPr>
            <a:spLocks noGrp="1"/>
          </p:cNvSpPr>
          <p:nvPr>
            <p:ph type="body" idx="35"/>
          </p:nvPr>
        </p:nvSpPr>
        <p:spPr>
          <a:xfrm>
            <a:off x="857250" y="10591800"/>
            <a:ext cx="3238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 lang="en"/>
            </a:lvl1pPr>
          </a:lstStyle>
          <a:p>
            <a:pPr algn="l" marL="0" indent="0">
              <a:lnSpc>
                <a:spcPts val="1875"/>
              </a:lnSpc>
              <a:buNone/>
            </a:pP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7" name="br-choice-p36 Placeholder"/>
          <p:cNvSpPr>
            <a:spLocks noGrp="1"/>
          </p:cNvSpPr>
          <p:nvPr>
            <p:ph type="body" idx="36"/>
          </p:nvPr>
        </p:nvSpPr>
        <p:spPr>
          <a:xfrm>
            <a:off x="4476750" y="10591800"/>
            <a:ext cx="3238500" cy="285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 lang="en"/>
            </a:lvl1pPr>
          </a:lstStyle>
          <a:p>
            <a:pPr algn="l" marL="0" indent="0">
              <a:lnSpc>
                <a:spcPts val="1875"/>
              </a:lnSpc>
              <a:buNone/>
            </a:pP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8" name="br-choice-p37 Placeholder"/>
          <p:cNvSpPr>
            <a:spLocks noGrp="1"/>
          </p:cNvSpPr>
          <p:nvPr>
            <p:ph type="body" idx="37"/>
          </p:nvPr>
        </p:nvSpPr>
        <p:spPr>
          <a:xfrm>
            <a:off x="8362950" y="10572750"/>
            <a:ext cx="23812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9" name="br-choice-p38 Placeholder"/>
          <p:cNvSpPr>
            <a:spLocks noGrp="1"/>
          </p:cNvSpPr>
          <p:nvPr>
            <p:ph type="body" idx="38"/>
          </p:nvPr>
        </p:nvSpPr>
        <p:spPr>
          <a:xfrm>
            <a:off x="8362950" y="10934700"/>
            <a:ext cx="2381250" cy="10258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4050" lang="en"/>
            </a:lvl1pPr>
          </a:lstStyle>
          <a:p>
            <a:pPr algn="l" marL="0" indent="0">
              <a:buNone/>
            </a:pPr>
            <a:r>
              <a:rPr lang="en" sz="40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40" name="br-choice-p39 Placeholder"/>
          <p:cNvSpPr>
            <a:spLocks noGrp="1"/>
          </p:cNvSpPr>
          <p:nvPr>
            <p:ph type="body" idx="39"/>
          </p:nvPr>
        </p:nvSpPr>
        <p:spPr>
          <a:xfrm>
            <a:off x="8362950" y="11734800"/>
            <a:ext cx="2381250" cy="857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lnSpc>
                <a:spcPts val="1575"/>
              </a:lnSpc>
              <a:buNone/>
            </a:pPr>
            <a:r>
              <a:rPr lang="en" sz="105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41" name="br-choice-p40 Placeholder"/>
          <p:cNvSpPr>
            <a:spLocks noGrp="1"/>
          </p:cNvSpPr>
          <p:nvPr>
            <p:ph type="body" idx="40"/>
          </p:nvPr>
        </p:nvSpPr>
        <p:spPr>
          <a:xfrm>
            <a:off x="8362950" y="12877800"/>
            <a:ext cx="23812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2" name="br-choice-p41 Placeholder"/>
          <p:cNvSpPr>
            <a:spLocks noGrp="1"/>
          </p:cNvSpPr>
          <p:nvPr>
            <p:ph type="body" idx="41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3" name="br-choice-p42 Placeholder"/>
          <p:cNvSpPr>
            <a:spLocks noGrp="1"/>
          </p:cNvSpPr>
          <p:nvPr>
            <p:ph type="body" idx="42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4" name="br-choice-p43 Placeholder"/>
          <p:cNvSpPr>
            <a:spLocks noGrp="1"/>
          </p:cNvSpPr>
          <p:nvPr>
            <p:ph type="sldNum" idx="43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2CA5B1C5-F286-45EC-AEDC-85928ACC2FF4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1569407824"/>
      </p:ext>
    </p:extLst>
  </p:cSld>
  <p:clrMapOvr>
    <a:masterClrMapping/>
  </p:clrMapOvr>
  <p:hf hdr="0" dt="0" ftr="0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e first ninety d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roadmap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roadmap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86413224-BAE4-4AB9-8C6A-57488D9A5904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roadmap-p3 Placeholder"/>
          <p:cNvSpPr>
            <a:spLocks noGrp="1"/>
          </p:cNvSpPr>
          <p:nvPr>
            <p:ph type="body" idx="3"/>
          </p:nvPr>
        </p:nvSpPr>
        <p:spPr>
          <a:xfrm>
            <a:off x="857250" y="12001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roadmap-p4 Placeholder"/>
          <p:cNvSpPr>
            <a:spLocks noGrp="1"/>
          </p:cNvSpPr>
          <p:nvPr>
            <p:ph type="title" idx="4"/>
          </p:nvPr>
        </p:nvSpPr>
        <p:spPr>
          <a:xfrm>
            <a:off x="857250" y="1600200"/>
            <a:ext cx="9810750" cy="870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 lang="en"/>
            </a:lvl1pPr>
          </a:lstStyle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roadmap-p5 Placeholder"/>
          <p:cNvSpPr>
            <a:spLocks noGrp="1"/>
          </p:cNvSpPr>
          <p:nvPr>
            <p:ph type="body" idx="5"/>
          </p:nvPr>
        </p:nvSpPr>
        <p:spPr>
          <a:xfrm>
            <a:off x="857250" y="2724150"/>
            <a:ext cx="8191500" cy="7686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 lang="en"/>
            </a:lvl1pPr>
          </a:lstStyle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roadmap-p6 Placeholder"/>
          <p:cNvSpPr>
            <a:spLocks noGrp="1"/>
          </p:cNvSpPr>
          <p:nvPr>
            <p:ph type="body" idx="6"/>
          </p:nvPr>
        </p:nvSpPr>
        <p:spPr>
          <a:xfrm>
            <a:off x="857250" y="3733800"/>
            <a:ext cx="171450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8" name="br-roadmap-p7 Placeholder"/>
          <p:cNvSpPr>
            <a:spLocks noGrp="1"/>
          </p:cNvSpPr>
          <p:nvPr>
            <p:ph type="body" idx="7"/>
          </p:nvPr>
        </p:nvSpPr>
        <p:spPr>
          <a:xfrm>
            <a:off x="2860326" y="3829050"/>
            <a:ext cx="478536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roadmap-p8 Placeholder"/>
          <p:cNvSpPr>
            <a:spLocks noGrp="1"/>
          </p:cNvSpPr>
          <p:nvPr>
            <p:ph type="body" idx="8"/>
          </p:nvPr>
        </p:nvSpPr>
        <p:spPr>
          <a:xfrm>
            <a:off x="4884388" y="3829050"/>
            <a:ext cx="478536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0" name="br-roadmap-p9 Placeholder"/>
          <p:cNvSpPr>
            <a:spLocks noGrp="1"/>
          </p:cNvSpPr>
          <p:nvPr>
            <p:ph type="body" idx="9"/>
          </p:nvPr>
        </p:nvSpPr>
        <p:spPr>
          <a:xfrm>
            <a:off x="7583138" y="3829050"/>
            <a:ext cx="478536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roadmap-p10 Placeholder"/>
          <p:cNvSpPr>
            <a:spLocks noGrp="1"/>
          </p:cNvSpPr>
          <p:nvPr>
            <p:ph type="body" idx="10"/>
          </p:nvPr>
        </p:nvSpPr>
        <p:spPr>
          <a:xfrm>
            <a:off x="10243217" y="3829050"/>
            <a:ext cx="55587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roadmap-p11 Placeholder"/>
          <p:cNvSpPr>
            <a:spLocks noGrp="1"/>
          </p:cNvSpPr>
          <p:nvPr>
            <p:ph type="body" idx="11"/>
          </p:nvPr>
        </p:nvSpPr>
        <p:spPr>
          <a:xfrm>
            <a:off x="857250" y="4876800"/>
            <a:ext cx="1714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roadmap-p12 Placeholder"/>
          <p:cNvSpPr>
            <a:spLocks noGrp="1"/>
          </p:cNvSpPr>
          <p:nvPr>
            <p:ph type="body" idx="12"/>
          </p:nvPr>
        </p:nvSpPr>
        <p:spPr>
          <a:xfrm>
            <a:off x="857250" y="6305550"/>
            <a:ext cx="1714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roadmap-p13 Placeholder"/>
          <p:cNvSpPr>
            <a:spLocks noGrp="1"/>
          </p:cNvSpPr>
          <p:nvPr>
            <p:ph type="body" idx="13"/>
          </p:nvPr>
        </p:nvSpPr>
        <p:spPr>
          <a:xfrm>
            <a:off x="857250" y="7734300"/>
            <a:ext cx="1714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roadmap-p14 Placeholder"/>
          <p:cNvSpPr>
            <a:spLocks noGrp="1"/>
          </p:cNvSpPr>
          <p:nvPr>
            <p:ph type="body" idx="14"/>
          </p:nvPr>
        </p:nvSpPr>
        <p:spPr>
          <a:xfrm>
            <a:off x="2857500" y="4838700"/>
            <a:ext cx="2508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6" name="br-roadmap-p15 Placeholder"/>
          <p:cNvSpPr>
            <a:spLocks noGrp="1"/>
          </p:cNvSpPr>
          <p:nvPr>
            <p:ph type="body" idx="15"/>
          </p:nvPr>
        </p:nvSpPr>
        <p:spPr>
          <a:xfrm>
            <a:off x="5556250" y="4838700"/>
            <a:ext cx="2508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7" name="br-roadmap-p16 Placeholder"/>
          <p:cNvSpPr>
            <a:spLocks noGrp="1"/>
          </p:cNvSpPr>
          <p:nvPr>
            <p:ph type="body" idx="16"/>
          </p:nvPr>
        </p:nvSpPr>
        <p:spPr>
          <a:xfrm>
            <a:off x="8255000" y="4838700"/>
            <a:ext cx="2508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8" name="br-roadmap-p17 Placeholder"/>
          <p:cNvSpPr>
            <a:spLocks noGrp="1"/>
          </p:cNvSpPr>
          <p:nvPr>
            <p:ph type="body" idx="17"/>
          </p:nvPr>
        </p:nvSpPr>
        <p:spPr>
          <a:xfrm>
            <a:off x="2857500" y="6267450"/>
            <a:ext cx="2508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9" name="br-roadmap-p18 Placeholder"/>
          <p:cNvSpPr>
            <a:spLocks noGrp="1"/>
          </p:cNvSpPr>
          <p:nvPr>
            <p:ph type="body" idx="18"/>
          </p:nvPr>
        </p:nvSpPr>
        <p:spPr>
          <a:xfrm>
            <a:off x="5556250" y="6267450"/>
            <a:ext cx="2508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0" name="br-roadmap-p19 Placeholder"/>
          <p:cNvSpPr>
            <a:spLocks noGrp="1"/>
          </p:cNvSpPr>
          <p:nvPr>
            <p:ph type="body" idx="19"/>
          </p:nvPr>
        </p:nvSpPr>
        <p:spPr>
          <a:xfrm>
            <a:off x="8255000" y="6267450"/>
            <a:ext cx="2508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1" name="br-roadmap-p20 Placeholder"/>
          <p:cNvSpPr>
            <a:spLocks noGrp="1"/>
          </p:cNvSpPr>
          <p:nvPr>
            <p:ph type="body" idx="20"/>
          </p:nvPr>
        </p:nvSpPr>
        <p:spPr>
          <a:xfrm>
            <a:off x="3532188" y="7696200"/>
            <a:ext cx="2508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2" name="br-roadmap-p21 Placeholder"/>
          <p:cNvSpPr>
            <a:spLocks noGrp="1"/>
          </p:cNvSpPr>
          <p:nvPr>
            <p:ph type="body" idx="21"/>
          </p:nvPr>
        </p:nvSpPr>
        <p:spPr>
          <a:xfrm>
            <a:off x="5556250" y="7696200"/>
            <a:ext cx="52070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3" name="br-roadmap-p22 Placeholder"/>
          <p:cNvSpPr>
            <a:spLocks noGrp="1"/>
          </p:cNvSpPr>
          <p:nvPr>
            <p:ph type="body" idx="22"/>
          </p:nvPr>
        </p:nvSpPr>
        <p:spPr>
          <a:xfrm>
            <a:off x="5203730" y="9191625"/>
            <a:ext cx="514540" cy="2386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ctr" marL="0" indent="0">
              <a:buNone/>
            </a:pPr>
            <a:r>
              <a:rPr lang="en" sz="82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4" name="br-roadmap-p23 Placeholder"/>
          <p:cNvSpPr>
            <a:spLocks noGrp="1"/>
          </p:cNvSpPr>
          <p:nvPr>
            <p:ph type="body" idx="23"/>
          </p:nvPr>
        </p:nvSpPr>
        <p:spPr>
          <a:xfrm>
            <a:off x="7902480" y="9191625"/>
            <a:ext cx="514540" cy="2386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ctr" marL="0" indent="0">
              <a:buNone/>
            </a:pPr>
            <a:r>
              <a:rPr lang="en" sz="82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5" name="br-roadmap-p24 Placeholder"/>
          <p:cNvSpPr>
            <a:spLocks noGrp="1"/>
          </p:cNvSpPr>
          <p:nvPr>
            <p:ph type="body" idx="24"/>
          </p:nvPr>
        </p:nvSpPr>
        <p:spPr>
          <a:xfrm>
            <a:off x="10601230" y="9191625"/>
            <a:ext cx="514540" cy="2386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ctr" marL="0" indent="0">
              <a:buNone/>
            </a:pPr>
            <a:r>
              <a:rPr lang="en" sz="82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6" name="br-roadmap-p25 Placeholder"/>
          <p:cNvSpPr>
            <a:spLocks noGrp="1"/>
          </p:cNvSpPr>
          <p:nvPr>
            <p:ph type="body" idx="25"/>
          </p:nvPr>
        </p:nvSpPr>
        <p:spPr>
          <a:xfrm>
            <a:off x="857250" y="11430000"/>
            <a:ext cx="2857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5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7" name="br-roadmap-p26 Placeholder"/>
          <p:cNvSpPr>
            <a:spLocks noGrp="1"/>
          </p:cNvSpPr>
          <p:nvPr>
            <p:ph type="body" idx="26"/>
          </p:nvPr>
        </p:nvSpPr>
        <p:spPr>
          <a:xfrm>
            <a:off x="857250" y="11753850"/>
            <a:ext cx="647700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 lang="en"/>
            </a:lvl1pPr>
          </a:lstStyle>
          <a:p>
            <a:pPr algn="l" marL="0" indent="0">
              <a:buNone/>
            </a:pPr>
            <a:r>
              <a:rPr lang="en" sz="24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8" name="br-roadmap-p27 Placeholder"/>
          <p:cNvSpPr>
            <a:spLocks noGrp="1"/>
          </p:cNvSpPr>
          <p:nvPr>
            <p:ph type="body" idx="27"/>
          </p:nvPr>
        </p:nvSpPr>
        <p:spPr>
          <a:xfrm>
            <a:off x="7239000" y="11791950"/>
            <a:ext cx="6667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9" name="br-roadmap-p28 Placeholder"/>
          <p:cNvSpPr>
            <a:spLocks noGrp="1"/>
          </p:cNvSpPr>
          <p:nvPr>
            <p:ph type="body" idx="28"/>
          </p:nvPr>
        </p:nvSpPr>
        <p:spPr>
          <a:xfrm>
            <a:off x="7239000" y="12039600"/>
            <a:ext cx="1143000" cy="403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lnSpc>
                <a:spcPts val="1125"/>
              </a:lnSpc>
              <a:buNone/>
            </a:pPr>
            <a: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0" name="br-roadmap-p29 Placeholder"/>
          <p:cNvSpPr>
            <a:spLocks noGrp="1"/>
          </p:cNvSpPr>
          <p:nvPr>
            <p:ph type="body" idx="29"/>
          </p:nvPr>
        </p:nvSpPr>
        <p:spPr>
          <a:xfrm>
            <a:off x="8572500" y="11791950"/>
            <a:ext cx="6667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1" name="br-roadmap-p30 Placeholder"/>
          <p:cNvSpPr>
            <a:spLocks noGrp="1"/>
          </p:cNvSpPr>
          <p:nvPr>
            <p:ph type="body" idx="30"/>
          </p:nvPr>
        </p:nvSpPr>
        <p:spPr>
          <a:xfrm>
            <a:off x="8572500" y="12039600"/>
            <a:ext cx="1143000" cy="403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lnSpc>
                <a:spcPts val="1125"/>
              </a:lnSpc>
              <a:buNone/>
            </a:pPr>
            <a: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2" name="br-roadmap-p31 Placeholder"/>
          <p:cNvSpPr>
            <a:spLocks noGrp="1"/>
          </p:cNvSpPr>
          <p:nvPr>
            <p:ph type="body" idx="31"/>
          </p:nvPr>
        </p:nvSpPr>
        <p:spPr>
          <a:xfrm>
            <a:off x="9906000" y="11791950"/>
            <a:ext cx="6667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3" name="br-roadmap-p32 Placeholder"/>
          <p:cNvSpPr>
            <a:spLocks noGrp="1"/>
          </p:cNvSpPr>
          <p:nvPr>
            <p:ph type="body" idx="32"/>
          </p:nvPr>
        </p:nvSpPr>
        <p:spPr>
          <a:xfrm>
            <a:off x="9906000" y="12039600"/>
            <a:ext cx="1143000" cy="403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lnSpc>
                <a:spcPts val="1125"/>
              </a:lnSpc>
              <a:buNone/>
            </a:pPr>
            <a: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4" name="br-roadmap-p33 Placeholder"/>
          <p:cNvSpPr>
            <a:spLocks noGrp="1"/>
          </p:cNvSpPr>
          <p:nvPr>
            <p:ph type="body" idx="33"/>
          </p:nvPr>
        </p:nvSpPr>
        <p:spPr>
          <a:xfrm>
            <a:off x="857250" y="13811250"/>
            <a:ext cx="9525000" cy="3624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5" name="br-roadmap-p34 Placeholder"/>
          <p:cNvSpPr>
            <a:spLocks noGrp="1"/>
          </p:cNvSpPr>
          <p:nvPr>
            <p:ph type="body" idx="34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6" name="br-roadmap-p35 Placeholder"/>
          <p:cNvSpPr>
            <a:spLocks noGrp="1"/>
          </p:cNvSpPr>
          <p:nvPr>
            <p:ph type="body" idx="35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7" name="br-roadmap-p36 Placeholder"/>
          <p:cNvSpPr>
            <a:spLocks noGrp="1"/>
          </p:cNvSpPr>
          <p:nvPr>
            <p:ph type="sldNum" idx="36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D1E8E89D-1613-4E03-8236-BA653EBC7063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2972066548"/>
      </p:ext>
    </p:extLst>
  </p:cSld>
  <p:clrMapOvr>
    <a:masterClrMapping/>
  </p:clrMapOvr>
  <p:hf hdr="0" dt="0" ftr="0" sldNum="1"/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ortfolio bubbl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portfolio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portfolio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BE73C440-713E-42C3-B387-9384F2FDCBF7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portfolio-p3 Placeholder"/>
          <p:cNvSpPr>
            <a:spLocks noGrp="1"/>
          </p:cNvSpPr>
          <p:nvPr>
            <p:ph type="body" idx="3"/>
          </p:nvPr>
        </p:nvSpPr>
        <p:spPr>
          <a:xfrm>
            <a:off x="857250" y="12001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portfolio-p4 Placeholder"/>
          <p:cNvSpPr>
            <a:spLocks noGrp="1"/>
          </p:cNvSpPr>
          <p:nvPr>
            <p:ph type="title" idx="4"/>
          </p:nvPr>
        </p:nvSpPr>
        <p:spPr>
          <a:xfrm>
            <a:off x="857250" y="1600200"/>
            <a:ext cx="9810750" cy="870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 lang="en"/>
            </a:lvl1pPr>
          </a:lstStyle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portfolio-p5 Placeholder"/>
          <p:cNvSpPr>
            <a:spLocks noGrp="1"/>
          </p:cNvSpPr>
          <p:nvPr>
            <p:ph type="body" idx="5"/>
          </p:nvPr>
        </p:nvSpPr>
        <p:spPr>
          <a:xfrm>
            <a:off x="857250" y="2724150"/>
            <a:ext cx="8382000" cy="1012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 lang="en"/>
            </a:lvl1pPr>
          </a:lstStyle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portfolio-p6 Placeholder"/>
          <p:cNvSpPr>
            <a:spLocks noGrp="1"/>
          </p:cNvSpPr>
          <p:nvPr>
            <p:ph type="body" idx="6"/>
          </p:nvPr>
        </p:nvSpPr>
        <p:spPr>
          <a:xfrm>
            <a:off x="1613383" y="11382375"/>
            <a:ext cx="463067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8" name="br-portfolio-p7 Placeholder"/>
          <p:cNvSpPr>
            <a:spLocks noGrp="1"/>
          </p:cNvSpPr>
          <p:nvPr>
            <p:ph type="body" idx="7"/>
          </p:nvPr>
        </p:nvSpPr>
        <p:spPr>
          <a:xfrm>
            <a:off x="1543774" y="9693852"/>
            <a:ext cx="532676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portfolio-p8 Placeholder"/>
          <p:cNvSpPr>
            <a:spLocks noGrp="1"/>
          </p:cNvSpPr>
          <p:nvPr>
            <p:ph type="body" idx="8"/>
          </p:nvPr>
        </p:nvSpPr>
        <p:spPr>
          <a:xfrm>
            <a:off x="1543774" y="8005330"/>
            <a:ext cx="532676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0" name="br-portfolio-p9 Placeholder"/>
          <p:cNvSpPr>
            <a:spLocks noGrp="1"/>
          </p:cNvSpPr>
          <p:nvPr>
            <p:ph type="body" idx="9"/>
          </p:nvPr>
        </p:nvSpPr>
        <p:spPr>
          <a:xfrm>
            <a:off x="1543774" y="6316807"/>
            <a:ext cx="532676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portfolio-p10 Placeholder"/>
          <p:cNvSpPr>
            <a:spLocks noGrp="1"/>
          </p:cNvSpPr>
          <p:nvPr>
            <p:ph type="body" idx="10"/>
          </p:nvPr>
        </p:nvSpPr>
        <p:spPr>
          <a:xfrm>
            <a:off x="1543774" y="4628284"/>
            <a:ext cx="532676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portfolio-p11 Placeholder"/>
          <p:cNvSpPr>
            <a:spLocks noGrp="1"/>
          </p:cNvSpPr>
          <p:nvPr>
            <p:ph type="body" idx="11"/>
          </p:nvPr>
        </p:nvSpPr>
        <p:spPr>
          <a:xfrm>
            <a:off x="1959216" y="11553825"/>
            <a:ext cx="463067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portfolio-p12 Placeholder"/>
          <p:cNvSpPr>
            <a:spLocks noGrp="1"/>
          </p:cNvSpPr>
          <p:nvPr>
            <p:ph type="body" idx="12"/>
          </p:nvPr>
        </p:nvSpPr>
        <p:spPr>
          <a:xfrm>
            <a:off x="3911841" y="11553825"/>
            <a:ext cx="463067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portfolio-p13 Placeholder"/>
          <p:cNvSpPr>
            <a:spLocks noGrp="1"/>
          </p:cNvSpPr>
          <p:nvPr>
            <p:ph type="body" idx="13"/>
          </p:nvPr>
        </p:nvSpPr>
        <p:spPr>
          <a:xfrm>
            <a:off x="5864466" y="11553825"/>
            <a:ext cx="463067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portfolio-p14 Placeholder"/>
          <p:cNvSpPr>
            <a:spLocks noGrp="1"/>
          </p:cNvSpPr>
          <p:nvPr>
            <p:ph type="body" idx="14"/>
          </p:nvPr>
        </p:nvSpPr>
        <p:spPr>
          <a:xfrm>
            <a:off x="7817091" y="11553825"/>
            <a:ext cx="463067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6" name="br-portfolio-p15 Placeholder"/>
          <p:cNvSpPr>
            <a:spLocks noGrp="1"/>
          </p:cNvSpPr>
          <p:nvPr>
            <p:ph type="body" idx="15"/>
          </p:nvPr>
        </p:nvSpPr>
        <p:spPr>
          <a:xfrm>
            <a:off x="9769716" y="11553825"/>
            <a:ext cx="463067" cy="20907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7" name="br-portfolio-p16 Placeholder"/>
          <p:cNvSpPr>
            <a:spLocks noGrp="1"/>
          </p:cNvSpPr>
          <p:nvPr>
            <p:ph type="body" idx="16"/>
          </p:nvPr>
        </p:nvSpPr>
        <p:spPr>
          <a:xfrm>
            <a:off x="2190750" y="11849100"/>
            <a:ext cx="7429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8" name="br-portfolio-p17 Placeholder"/>
          <p:cNvSpPr>
            <a:spLocks noGrp="1"/>
          </p:cNvSpPr>
          <p:nvPr>
            <p:ph type="body" idx="17"/>
          </p:nvPr>
        </p:nvSpPr>
        <p:spPr>
          <a:xfrm>
            <a:off x="2190750" y="3714750"/>
            <a:ext cx="4762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9" name="br-portfolio-p18 Placeholder"/>
          <p:cNvSpPr>
            <a:spLocks noGrp="1"/>
          </p:cNvSpPr>
          <p:nvPr>
            <p:ph type="body" idx="18"/>
          </p:nvPr>
        </p:nvSpPr>
        <p:spPr>
          <a:xfrm>
            <a:off x="7579233" y="4327814"/>
            <a:ext cx="132930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0" name="br-portfolio-p19 Placeholder"/>
          <p:cNvSpPr>
            <a:spLocks noGrp="1"/>
          </p:cNvSpPr>
          <p:nvPr>
            <p:ph type="body" idx="19"/>
          </p:nvPr>
        </p:nvSpPr>
        <p:spPr>
          <a:xfrm>
            <a:off x="8457914" y="5550477"/>
            <a:ext cx="132930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1" name="br-portfolio-p20 Placeholder"/>
          <p:cNvSpPr>
            <a:spLocks noGrp="1"/>
          </p:cNvSpPr>
          <p:nvPr>
            <p:ph type="body" idx="20"/>
          </p:nvPr>
        </p:nvSpPr>
        <p:spPr>
          <a:xfrm>
            <a:off x="5236083" y="5308023"/>
            <a:ext cx="1329309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2" name="br-portfolio-p21 Placeholder"/>
          <p:cNvSpPr>
            <a:spLocks noGrp="1"/>
          </p:cNvSpPr>
          <p:nvPr>
            <p:ph type="body" idx="21"/>
          </p:nvPr>
        </p:nvSpPr>
        <p:spPr>
          <a:xfrm>
            <a:off x="3946589" y="5621482"/>
            <a:ext cx="1174623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3" name="br-portfolio-p22 Placeholder"/>
          <p:cNvSpPr>
            <a:spLocks noGrp="1"/>
          </p:cNvSpPr>
          <p:nvPr>
            <p:ph type="body" idx="22"/>
          </p:nvPr>
        </p:nvSpPr>
        <p:spPr>
          <a:xfrm>
            <a:off x="2482120" y="7258050"/>
            <a:ext cx="1174623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4" name="br-portfolio-p23 Placeholder"/>
          <p:cNvSpPr>
            <a:spLocks noGrp="1"/>
          </p:cNvSpPr>
          <p:nvPr>
            <p:ph type="body" idx="23"/>
          </p:nvPr>
        </p:nvSpPr>
        <p:spPr>
          <a:xfrm>
            <a:off x="6564249" y="8965623"/>
            <a:ext cx="1406652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5" name="br-portfolio-p24 Placeholder"/>
          <p:cNvSpPr>
            <a:spLocks noGrp="1"/>
          </p:cNvSpPr>
          <p:nvPr>
            <p:ph type="body" idx="24"/>
          </p:nvPr>
        </p:nvSpPr>
        <p:spPr>
          <a:xfrm>
            <a:off x="3010852" y="8361218"/>
            <a:ext cx="1483995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6" name="br-portfolio-p25 Placeholder"/>
          <p:cNvSpPr>
            <a:spLocks noGrp="1"/>
          </p:cNvSpPr>
          <p:nvPr>
            <p:ph type="body" idx="25"/>
          </p:nvPr>
        </p:nvSpPr>
        <p:spPr>
          <a:xfrm>
            <a:off x="2891028" y="9564832"/>
            <a:ext cx="942594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7" name="br-portfolio-p26 Placeholder"/>
          <p:cNvSpPr>
            <a:spLocks noGrp="1"/>
          </p:cNvSpPr>
          <p:nvPr>
            <p:ph type="body" idx="26"/>
          </p:nvPr>
        </p:nvSpPr>
        <p:spPr>
          <a:xfrm>
            <a:off x="2034540" y="4275859"/>
            <a:ext cx="1483995" cy="2238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8" name="br-portfolio-p27 Placeholder"/>
          <p:cNvSpPr>
            <a:spLocks noGrp="1"/>
          </p:cNvSpPr>
          <p:nvPr>
            <p:ph type="body" idx="27"/>
          </p:nvPr>
        </p:nvSpPr>
        <p:spPr>
          <a:xfrm>
            <a:off x="1028700" y="13011150"/>
            <a:ext cx="5715000" cy="294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9" name="br-portfolio-p28 Placeholder"/>
          <p:cNvSpPr>
            <a:spLocks noGrp="1"/>
          </p:cNvSpPr>
          <p:nvPr>
            <p:ph type="body" idx="28"/>
          </p:nvPr>
        </p:nvSpPr>
        <p:spPr>
          <a:xfrm>
            <a:off x="1104900" y="13582650"/>
            <a:ext cx="28575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0" name="br-portfolio-p29 Placeholder"/>
          <p:cNvSpPr>
            <a:spLocks noGrp="1"/>
          </p:cNvSpPr>
          <p:nvPr>
            <p:ph type="body" idx="29"/>
          </p:nvPr>
        </p:nvSpPr>
        <p:spPr>
          <a:xfrm>
            <a:off x="857250" y="13925550"/>
            <a:ext cx="3048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1" name="br-portfolio-p30 Placeholder"/>
          <p:cNvSpPr>
            <a:spLocks noGrp="1"/>
          </p:cNvSpPr>
          <p:nvPr>
            <p:ph type="body" idx="30"/>
          </p:nvPr>
        </p:nvSpPr>
        <p:spPr>
          <a:xfrm>
            <a:off x="4629150" y="13582650"/>
            <a:ext cx="28575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2" name="br-portfolio-p31 Placeholder"/>
          <p:cNvSpPr>
            <a:spLocks noGrp="1"/>
          </p:cNvSpPr>
          <p:nvPr>
            <p:ph type="body" idx="31"/>
          </p:nvPr>
        </p:nvSpPr>
        <p:spPr>
          <a:xfrm>
            <a:off x="4381500" y="13925550"/>
            <a:ext cx="3048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3" name="br-portfolio-p32 Placeholder"/>
          <p:cNvSpPr>
            <a:spLocks noGrp="1"/>
          </p:cNvSpPr>
          <p:nvPr>
            <p:ph type="body" idx="32"/>
          </p:nvPr>
        </p:nvSpPr>
        <p:spPr>
          <a:xfrm>
            <a:off x="8153400" y="13582650"/>
            <a:ext cx="2857500" cy="3486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4" name="br-portfolio-p33 Placeholder"/>
          <p:cNvSpPr>
            <a:spLocks noGrp="1"/>
          </p:cNvSpPr>
          <p:nvPr>
            <p:ph type="body" idx="33"/>
          </p:nvPr>
        </p:nvSpPr>
        <p:spPr>
          <a:xfrm>
            <a:off x="7905750" y="13925550"/>
            <a:ext cx="30480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5" name="br-portfolio-p34 Placeholder"/>
          <p:cNvSpPr>
            <a:spLocks noGrp="1"/>
          </p:cNvSpPr>
          <p:nvPr>
            <p:ph type="body" idx="34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6" name="br-portfolio-p35 Placeholder"/>
          <p:cNvSpPr>
            <a:spLocks noGrp="1"/>
          </p:cNvSpPr>
          <p:nvPr>
            <p:ph type="body" idx="35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7" name="br-portfolio-p36 Placeholder"/>
          <p:cNvSpPr>
            <a:spLocks noGrp="1"/>
          </p:cNvSpPr>
          <p:nvPr>
            <p:ph type="sldNum" idx="36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10625764-257C-47EE-9A87-D27A1953935B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2927457309"/>
      </p:ext>
    </p:extLst>
  </p:cSld>
  <p:clrMapOvr>
    <a:masterClrMapping/>
  </p:clrMapOvr>
  <p:hf hdr="0" dt="0" ftr="0" sldNum="1"/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e leader ess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essay-p1 Placeholder"/>
          <p:cNvSpPr>
            <a:spLocks noGrp="1"/>
          </p:cNvSpPr>
          <p:nvPr>
            <p:ph type="body" idx="1"/>
          </p:nvPr>
        </p:nvSpPr>
        <p:spPr>
          <a:xfrm>
            <a:off x="1028700" y="895350"/>
            <a:ext cx="1714500" cy="4014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essay-p2 Placeholder"/>
          <p:cNvSpPr>
            <a:spLocks noGrp="1"/>
          </p:cNvSpPr>
          <p:nvPr>
            <p:ph type="sldNum" idx="2"/>
          </p:nvPr>
        </p:nvSpPr>
        <p:spPr>
          <a:xfrm>
            <a:off x="9048750" y="838200"/>
            <a:ext cx="1905000" cy="3762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750" lang="en"/>
            </a:lvl1pPr>
          </a:lstStyle>
          <a:p>
            <a:pPr algn="r"/>
            <a:fld id="{6797E08C-5DA9-4D7D-B371-D0C88DC0B962}" type="slidenum"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essay-p3 Placeholder"/>
          <p:cNvSpPr>
            <a:spLocks noGrp="1"/>
          </p:cNvSpPr>
          <p:nvPr>
            <p:ph type="title" idx="3"/>
          </p:nvPr>
        </p:nvSpPr>
        <p:spPr>
          <a:xfrm>
            <a:off x="857250" y="1962150"/>
            <a:ext cx="9906000" cy="13820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150" lang="en"/>
            </a:lvl1pPr>
          </a:lstStyle>
          <a:p>
            <a:pPr algn="l"/>
            <a:r>
              <a:rPr lang="en" sz="615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"/>
          </a:p>
        </p:txBody>
      </p:sp>
      <p:sp>
        <p:nvSpPr>
          <p:cNvPr id="5" name="br-essay-p4 Placeholder"/>
          <p:cNvSpPr>
            <a:spLocks noGrp="1"/>
          </p:cNvSpPr>
          <p:nvPr>
            <p:ph type="subTitle" idx="4"/>
          </p:nvPr>
        </p:nvSpPr>
        <p:spPr>
          <a:xfrm>
            <a:off x="857250" y="3257550"/>
            <a:ext cx="8572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020" lang="en"/>
            </a:lvl1pPr>
          </a:lstStyle>
          <a:p>
            <a:pPr algn="l" marL="0" indent="0">
              <a:lnSpc>
                <a:spcPts val="2700"/>
              </a:lnSpc>
              <a:buNone/>
            </a:pPr>
            <a:r>
              <a:rPr lang="en" sz="2020" i="1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subtitle</a:t>
            </a:r>
            <a:endParaRPr lang="en"/>
          </a:p>
        </p:txBody>
      </p:sp>
      <p:sp>
        <p:nvSpPr>
          <p:cNvPr id="6" name="br-essay-p5 Placeholder"/>
          <p:cNvSpPr>
            <a:spLocks noGrp="1"/>
          </p:cNvSpPr>
          <p:nvPr>
            <p:ph type="body" idx="5"/>
          </p:nvPr>
        </p:nvSpPr>
        <p:spPr>
          <a:xfrm>
            <a:off x="857250" y="4591050"/>
            <a:ext cx="6667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7" name="br-essay-p6 Placeholder"/>
          <p:cNvSpPr>
            <a:spLocks noGrp="1"/>
          </p:cNvSpPr>
          <p:nvPr>
            <p:ph type="body" idx="6"/>
          </p:nvPr>
        </p:nvSpPr>
        <p:spPr>
          <a:xfrm>
            <a:off x="857250" y="5353050"/>
            <a:ext cx="47625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 lang="en"/>
            </a:lvl1pPr>
          </a:lstStyle>
          <a:p>
            <a:pPr algn="l" marL="0" indent="0">
              <a:lnSpc>
                <a:spcPts val="2400"/>
              </a:lnSpc>
              <a:buNone/>
            </a:pP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8" name="br-essay-p7 Placeholder"/>
          <p:cNvSpPr>
            <a:spLocks noGrp="1"/>
          </p:cNvSpPr>
          <p:nvPr>
            <p:ph type="body" idx="7"/>
          </p:nvPr>
        </p:nvSpPr>
        <p:spPr>
          <a:xfrm>
            <a:off x="5905500" y="5353050"/>
            <a:ext cx="4762500" cy="571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80" lang="en"/>
            </a:lvl1pPr>
          </a:lstStyle>
          <a:p>
            <a:pPr algn="l" marL="0" indent="0">
              <a:lnSpc>
                <a:spcPts val="2400"/>
              </a:lnSpc>
              <a:buNone/>
            </a:pP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9" name="br-essay-p8 Placeholder"/>
          <p:cNvSpPr>
            <a:spLocks noGrp="1"/>
          </p:cNvSpPr>
          <p:nvPr>
            <p:ph type="body" idx="8"/>
          </p:nvPr>
        </p:nvSpPr>
        <p:spPr>
          <a:xfrm>
            <a:off x="1143000" y="11753850"/>
            <a:ext cx="9334500" cy="14287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550" lang="en"/>
            </a:lvl1pPr>
          </a:lstStyle>
          <a:p>
            <a:pPr algn="l" marL="0" indent="0">
              <a:lnSpc>
                <a:spcPts val="3450"/>
              </a:lnSpc>
              <a:buNone/>
            </a:pPr>
            <a:r>
              <a:rPr lang="en" sz="2550" i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0" name="br-essay-p9 Placeholder"/>
          <p:cNvSpPr>
            <a:spLocks noGrp="1"/>
          </p:cNvSpPr>
          <p:nvPr>
            <p:ph type="body" idx="9"/>
          </p:nvPr>
        </p:nvSpPr>
        <p:spPr>
          <a:xfrm>
            <a:off x="1143000" y="13258800"/>
            <a:ext cx="8572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essay-p10 Placeholder"/>
          <p:cNvSpPr>
            <a:spLocks noGrp="1"/>
          </p:cNvSpPr>
          <p:nvPr>
            <p:ph type="body" idx="10"/>
          </p:nvPr>
        </p:nvSpPr>
        <p:spPr>
          <a:xfrm>
            <a:off x="857250" y="14192250"/>
            <a:ext cx="8572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essay-p11 Placeholder"/>
          <p:cNvSpPr>
            <a:spLocks noGrp="1"/>
          </p:cNvSpPr>
          <p:nvPr>
            <p:ph type="body" idx="11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essay-p12 Placeholder"/>
          <p:cNvSpPr>
            <a:spLocks noGrp="1"/>
          </p:cNvSpPr>
          <p:nvPr>
            <p:ph type="body" idx="12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essay-p13 Placeholder"/>
          <p:cNvSpPr>
            <a:spLocks noGrp="1"/>
          </p:cNvSpPr>
          <p:nvPr>
            <p:ph type="sldNum" idx="13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4B9490EE-42FA-4078-ADEF-093D1F4704DB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4079395885"/>
      </p:ext>
    </p:extLst>
  </p:cSld>
  <p:clrMapOvr>
    <a:masterClrMapping/>
  </p:clrMapOvr>
  <p:hf hdr="0" dt="0" ftr="0" sldNum="1"/>
</p:sldLayout>
</file>

<file path=ppt/slideLayouts/slideLayout2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ree moves in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recommendation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recommendation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EAAA489D-C799-4F50-A041-07841F3EA026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recommendation-p3 Placeholder"/>
          <p:cNvSpPr>
            <a:spLocks noGrp="1"/>
          </p:cNvSpPr>
          <p:nvPr>
            <p:ph type="body" idx="3"/>
          </p:nvPr>
        </p:nvSpPr>
        <p:spPr>
          <a:xfrm>
            <a:off x="857250" y="12001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recommendation-p4 Placeholder"/>
          <p:cNvSpPr>
            <a:spLocks noGrp="1"/>
          </p:cNvSpPr>
          <p:nvPr>
            <p:ph type="title" idx="4"/>
          </p:nvPr>
        </p:nvSpPr>
        <p:spPr>
          <a:xfrm>
            <a:off x="857250" y="1600200"/>
            <a:ext cx="9810750" cy="870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 lang="en"/>
            </a:lvl1pPr>
          </a:lstStyle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recommendation-p5 Placeholder"/>
          <p:cNvSpPr>
            <a:spLocks noGrp="1"/>
          </p:cNvSpPr>
          <p:nvPr>
            <p:ph type="body" idx="5"/>
          </p:nvPr>
        </p:nvSpPr>
        <p:spPr>
          <a:xfrm>
            <a:off x="857250" y="2724150"/>
            <a:ext cx="9620250" cy="7686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 lang="en"/>
            </a:lvl1pPr>
          </a:lstStyle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recommendation-p6 Placeholder"/>
          <p:cNvSpPr>
            <a:spLocks noGrp="1"/>
          </p:cNvSpPr>
          <p:nvPr>
            <p:ph type="body" idx="6"/>
          </p:nvPr>
        </p:nvSpPr>
        <p:spPr>
          <a:xfrm>
            <a:off x="6667500" y="3581400"/>
            <a:ext cx="123825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8" name="br-recommendation-p7 Placeholder"/>
          <p:cNvSpPr>
            <a:spLocks noGrp="1"/>
          </p:cNvSpPr>
          <p:nvPr>
            <p:ph type="body" idx="7"/>
          </p:nvPr>
        </p:nvSpPr>
        <p:spPr>
          <a:xfrm>
            <a:off x="8191500" y="3581400"/>
            <a:ext cx="123825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recommendation-p8 Placeholder"/>
          <p:cNvSpPr>
            <a:spLocks noGrp="1"/>
          </p:cNvSpPr>
          <p:nvPr>
            <p:ph type="body" idx="8"/>
          </p:nvPr>
        </p:nvSpPr>
        <p:spPr>
          <a:xfrm>
            <a:off x="9525000" y="3581400"/>
            <a:ext cx="123825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0" name="br-recommendation-p9 Placeholder"/>
          <p:cNvSpPr>
            <a:spLocks noGrp="1"/>
          </p:cNvSpPr>
          <p:nvPr>
            <p:ph type="body" idx="9"/>
          </p:nvPr>
        </p:nvSpPr>
        <p:spPr>
          <a:xfrm>
            <a:off x="857250" y="4191000"/>
            <a:ext cx="7620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000" lang="en"/>
            </a:lvl1pPr>
          </a:lstStyle>
          <a:p>
            <a:pPr algn="l" marL="0" indent="0">
              <a:buNone/>
            </a:pPr>
            <a:r>
              <a:rPr lang="en" sz="30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1" name="br-recommendation-p10 Placeholder"/>
          <p:cNvSpPr>
            <a:spLocks noGrp="1"/>
          </p:cNvSpPr>
          <p:nvPr>
            <p:ph type="body" idx="10"/>
          </p:nvPr>
        </p:nvSpPr>
        <p:spPr>
          <a:xfrm>
            <a:off x="1714500" y="4191000"/>
            <a:ext cx="4572000" cy="546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 lang="en"/>
            </a:lvl1pPr>
          </a:lstStyle>
          <a:p>
            <a:pPr algn="l" marL="0" indent="0">
              <a:buNone/>
            </a:pPr>
            <a:r>
              <a:rPr lang="en" sz="21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recommendation-p11 Placeholder"/>
          <p:cNvSpPr>
            <a:spLocks noGrp="1"/>
          </p:cNvSpPr>
          <p:nvPr>
            <p:ph type="body" idx="11"/>
          </p:nvPr>
        </p:nvSpPr>
        <p:spPr>
          <a:xfrm>
            <a:off x="1714500" y="4686300"/>
            <a:ext cx="4381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 lang="en"/>
            </a:lvl1pPr>
          </a:lstStyle>
          <a:p>
            <a:pPr algn="l" marL="0" indent="0">
              <a:lnSpc>
                <a:spcPts val="1800"/>
              </a:lnSpc>
              <a:buNone/>
            </a:pPr>
            <a: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3" name="br-recommendation-p12 Placeholder"/>
          <p:cNvSpPr>
            <a:spLocks noGrp="1"/>
          </p:cNvSpPr>
          <p:nvPr>
            <p:ph type="body" idx="12"/>
          </p:nvPr>
        </p:nvSpPr>
        <p:spPr>
          <a:xfrm>
            <a:off x="6667500" y="4210050"/>
            <a:ext cx="1238250" cy="4024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recommendation-p13 Placeholder"/>
          <p:cNvSpPr>
            <a:spLocks noGrp="1"/>
          </p:cNvSpPr>
          <p:nvPr>
            <p:ph type="body" idx="13"/>
          </p:nvPr>
        </p:nvSpPr>
        <p:spPr>
          <a:xfrm>
            <a:off x="8191500" y="4210050"/>
            <a:ext cx="1143000" cy="4024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recommendation-p14 Placeholder"/>
          <p:cNvSpPr>
            <a:spLocks noGrp="1"/>
          </p:cNvSpPr>
          <p:nvPr>
            <p:ph type="body" idx="14"/>
          </p:nvPr>
        </p:nvSpPr>
        <p:spPr>
          <a:xfrm>
            <a:off x="9525000" y="4210050"/>
            <a:ext cx="1333500" cy="412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buNone/>
            </a:pPr>
            <a:r>
              <a:rPr lang="en" sz="128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6" name="br-recommendation-p15 Placeholder"/>
          <p:cNvSpPr>
            <a:spLocks noGrp="1"/>
          </p:cNvSpPr>
          <p:nvPr>
            <p:ph type="body" idx="15"/>
          </p:nvPr>
        </p:nvSpPr>
        <p:spPr>
          <a:xfrm>
            <a:off x="857250" y="6667500"/>
            <a:ext cx="7620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000" lang="en"/>
            </a:lvl1pPr>
          </a:lstStyle>
          <a:p>
            <a:pPr algn="l" marL="0" indent="0">
              <a:buNone/>
            </a:pPr>
            <a:r>
              <a:rPr lang="en" sz="30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7" name="br-recommendation-p16 Placeholder"/>
          <p:cNvSpPr>
            <a:spLocks noGrp="1"/>
          </p:cNvSpPr>
          <p:nvPr>
            <p:ph type="body" idx="16"/>
          </p:nvPr>
        </p:nvSpPr>
        <p:spPr>
          <a:xfrm>
            <a:off x="1714500" y="6667500"/>
            <a:ext cx="4572000" cy="546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 lang="en"/>
            </a:lvl1pPr>
          </a:lstStyle>
          <a:p>
            <a:pPr algn="l" marL="0" indent="0">
              <a:buNone/>
            </a:pPr>
            <a:r>
              <a:rPr lang="en" sz="21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8" name="br-recommendation-p17 Placeholder"/>
          <p:cNvSpPr>
            <a:spLocks noGrp="1"/>
          </p:cNvSpPr>
          <p:nvPr>
            <p:ph type="body" idx="17"/>
          </p:nvPr>
        </p:nvSpPr>
        <p:spPr>
          <a:xfrm>
            <a:off x="1714500" y="7162800"/>
            <a:ext cx="4381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 lang="en"/>
            </a:lvl1pPr>
          </a:lstStyle>
          <a:p>
            <a:pPr algn="l" marL="0" indent="0">
              <a:lnSpc>
                <a:spcPts val="1800"/>
              </a:lnSpc>
              <a:buNone/>
            </a:pPr>
            <a: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9" name="br-recommendation-p18 Placeholder"/>
          <p:cNvSpPr>
            <a:spLocks noGrp="1"/>
          </p:cNvSpPr>
          <p:nvPr>
            <p:ph type="body" idx="18"/>
          </p:nvPr>
        </p:nvSpPr>
        <p:spPr>
          <a:xfrm>
            <a:off x="6667500" y="6686550"/>
            <a:ext cx="1238250" cy="4024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0" name="br-recommendation-p19 Placeholder"/>
          <p:cNvSpPr>
            <a:spLocks noGrp="1"/>
          </p:cNvSpPr>
          <p:nvPr>
            <p:ph type="body" idx="19"/>
          </p:nvPr>
        </p:nvSpPr>
        <p:spPr>
          <a:xfrm>
            <a:off x="8191500" y="6686550"/>
            <a:ext cx="1143000" cy="4024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1" name="br-recommendation-p20 Placeholder"/>
          <p:cNvSpPr>
            <a:spLocks noGrp="1"/>
          </p:cNvSpPr>
          <p:nvPr>
            <p:ph type="body" idx="20"/>
          </p:nvPr>
        </p:nvSpPr>
        <p:spPr>
          <a:xfrm>
            <a:off x="9525000" y="6686550"/>
            <a:ext cx="1333500" cy="412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buNone/>
            </a:pPr>
            <a:r>
              <a:rPr lang="en" sz="128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2" name="br-recommendation-p21 Placeholder"/>
          <p:cNvSpPr>
            <a:spLocks noGrp="1"/>
          </p:cNvSpPr>
          <p:nvPr>
            <p:ph type="body" idx="21"/>
          </p:nvPr>
        </p:nvSpPr>
        <p:spPr>
          <a:xfrm>
            <a:off x="857250" y="9144000"/>
            <a:ext cx="762000" cy="7810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000" lang="en"/>
            </a:lvl1pPr>
          </a:lstStyle>
          <a:p>
            <a:pPr algn="l" marL="0" indent="0">
              <a:buNone/>
            </a:pPr>
            <a:r>
              <a:rPr lang="en" sz="30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3" name="br-recommendation-p22 Placeholder"/>
          <p:cNvSpPr>
            <a:spLocks noGrp="1"/>
          </p:cNvSpPr>
          <p:nvPr>
            <p:ph type="body" idx="22"/>
          </p:nvPr>
        </p:nvSpPr>
        <p:spPr>
          <a:xfrm>
            <a:off x="1714500" y="9144000"/>
            <a:ext cx="4572000" cy="5467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100" lang="en"/>
            </a:lvl1pPr>
          </a:lstStyle>
          <a:p>
            <a:pPr algn="l" marL="0" indent="0">
              <a:buNone/>
            </a:pPr>
            <a:r>
              <a:rPr lang="en" sz="21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4" name="br-recommendation-p23 Placeholder"/>
          <p:cNvSpPr>
            <a:spLocks noGrp="1"/>
          </p:cNvSpPr>
          <p:nvPr>
            <p:ph type="body" idx="23"/>
          </p:nvPr>
        </p:nvSpPr>
        <p:spPr>
          <a:xfrm>
            <a:off x="1714500" y="9639300"/>
            <a:ext cx="4381500" cy="952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200" lang="en"/>
            </a:lvl1pPr>
          </a:lstStyle>
          <a:p>
            <a:pPr algn="l" marL="0" indent="0">
              <a:lnSpc>
                <a:spcPts val="1800"/>
              </a:lnSpc>
              <a:buNone/>
            </a:pPr>
            <a: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5" name="br-recommendation-p24 Placeholder"/>
          <p:cNvSpPr>
            <a:spLocks noGrp="1"/>
          </p:cNvSpPr>
          <p:nvPr>
            <p:ph type="body" idx="24"/>
          </p:nvPr>
        </p:nvSpPr>
        <p:spPr>
          <a:xfrm>
            <a:off x="6667500" y="9163050"/>
            <a:ext cx="1238250" cy="4024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6" name="br-recommendation-p25 Placeholder"/>
          <p:cNvSpPr>
            <a:spLocks noGrp="1"/>
          </p:cNvSpPr>
          <p:nvPr>
            <p:ph type="body" idx="25"/>
          </p:nvPr>
        </p:nvSpPr>
        <p:spPr>
          <a:xfrm>
            <a:off x="8191500" y="9163050"/>
            <a:ext cx="1143000" cy="4024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7" name="br-recommendation-p26 Placeholder"/>
          <p:cNvSpPr>
            <a:spLocks noGrp="1"/>
          </p:cNvSpPr>
          <p:nvPr>
            <p:ph type="body" idx="26"/>
          </p:nvPr>
        </p:nvSpPr>
        <p:spPr>
          <a:xfrm>
            <a:off x="9525000" y="9163050"/>
            <a:ext cx="1333500" cy="4129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280" lang="en"/>
            </a:lvl1pPr>
          </a:lstStyle>
          <a:p>
            <a:pPr algn="l" marL="0" indent="0">
              <a:buNone/>
            </a:pPr>
            <a:r>
              <a:rPr lang="en" sz="128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8" name="br-recommendation-p27 Placeholder"/>
          <p:cNvSpPr>
            <a:spLocks noGrp="1"/>
          </p:cNvSpPr>
          <p:nvPr>
            <p:ph type="body" idx="27"/>
          </p:nvPr>
        </p:nvSpPr>
        <p:spPr>
          <a:xfrm>
            <a:off x="6667500" y="11410950"/>
            <a:ext cx="285750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9" name="br-recommendation-p28 Placeholder"/>
          <p:cNvSpPr>
            <a:spLocks noGrp="1"/>
          </p:cNvSpPr>
          <p:nvPr>
            <p:ph type="body" idx="28"/>
          </p:nvPr>
        </p:nvSpPr>
        <p:spPr>
          <a:xfrm>
            <a:off x="9525000" y="11372850"/>
            <a:ext cx="1333500" cy="487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 lang="en"/>
            </a:lvl1pPr>
          </a:lstStyle>
          <a:p>
            <a:pPr algn="l" marL="0" indent="0">
              <a:buNone/>
            </a:pPr>
            <a:r>
              <a:rPr lang="en" sz="18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0" name="br-recommendation-p29 Placeholder"/>
          <p:cNvSpPr>
            <a:spLocks noGrp="1"/>
          </p:cNvSpPr>
          <p:nvPr>
            <p:ph type="body" idx="29"/>
          </p:nvPr>
        </p:nvSpPr>
        <p:spPr>
          <a:xfrm>
            <a:off x="990600" y="12382500"/>
            <a:ext cx="952500" cy="4248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00" lang="en"/>
            </a:lvl1pPr>
          </a:lstStyle>
          <a:p>
            <a:pPr algn="l" marL="0" indent="0">
              <a:buNone/>
            </a:pPr>
            <a:r>
              <a:rPr lang="en" sz="900" b="1" spc="1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1" name="br-recommendation-p30 Placeholder"/>
          <p:cNvSpPr>
            <a:spLocks noGrp="1"/>
          </p:cNvSpPr>
          <p:nvPr>
            <p:ph type="body" idx="30"/>
          </p:nvPr>
        </p:nvSpPr>
        <p:spPr>
          <a:xfrm>
            <a:off x="857250" y="12954000"/>
            <a:ext cx="6858000" cy="701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400" lang="en"/>
            </a:lvl1pPr>
          </a:lstStyle>
          <a:p>
            <a:pPr algn="l" marL="0" indent="0">
              <a:buNone/>
            </a:pPr>
            <a:r>
              <a:rPr lang="en" sz="24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2" name="br-recommendation-p31 Placeholder"/>
          <p:cNvSpPr>
            <a:spLocks noGrp="1"/>
          </p:cNvSpPr>
          <p:nvPr>
            <p:ph type="body" idx="31"/>
          </p:nvPr>
        </p:nvSpPr>
        <p:spPr>
          <a:xfrm>
            <a:off x="857250" y="13563600"/>
            <a:ext cx="6667500" cy="6286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lnSpc>
                <a:spcPts val="1650"/>
              </a:lnSpc>
              <a:buNone/>
            </a:pP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3" name="br-recommendation-p32 Placeholder"/>
          <p:cNvSpPr>
            <a:spLocks noGrp="1"/>
          </p:cNvSpPr>
          <p:nvPr>
            <p:ph type="body" idx="32"/>
          </p:nvPr>
        </p:nvSpPr>
        <p:spPr>
          <a:xfrm>
            <a:off x="8382000" y="12553950"/>
            <a:ext cx="25717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4" name="br-recommendation-p33 Placeholder"/>
          <p:cNvSpPr>
            <a:spLocks noGrp="1"/>
          </p:cNvSpPr>
          <p:nvPr>
            <p:ph type="body" idx="33"/>
          </p:nvPr>
        </p:nvSpPr>
        <p:spPr>
          <a:xfrm>
            <a:off x="8382000" y="13049250"/>
            <a:ext cx="25717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5" name="br-recommendation-p34 Placeholder"/>
          <p:cNvSpPr>
            <a:spLocks noGrp="1"/>
          </p:cNvSpPr>
          <p:nvPr>
            <p:ph type="body" idx="34"/>
          </p:nvPr>
        </p:nvSpPr>
        <p:spPr>
          <a:xfrm>
            <a:off x="8382000" y="13544550"/>
            <a:ext cx="25717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6" name="br-recommendation-p35 Placeholder"/>
          <p:cNvSpPr>
            <a:spLocks noGrp="1"/>
          </p:cNvSpPr>
          <p:nvPr>
            <p:ph type="body" idx="35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7" name="br-recommendation-p36 Placeholder"/>
          <p:cNvSpPr>
            <a:spLocks noGrp="1"/>
          </p:cNvSpPr>
          <p:nvPr>
            <p:ph type="body" idx="36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8" name="br-recommendation-p37 Placeholder"/>
          <p:cNvSpPr>
            <a:spLocks noGrp="1"/>
          </p:cNvSpPr>
          <p:nvPr>
            <p:ph type="sldNum" idx="37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0EA1B363-5EBE-4167-9A9A-C91D4E20A690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452394096"/>
      </p:ext>
    </p:extLst>
  </p:cSld>
  <p:clrMapOvr>
    <a:masterClrMapping/>
  </p:clrMapOvr>
  <p:hf hdr="0" dt="0" ftr="0" sldNum="1"/>
</p:sldLayout>
</file>

<file path=ppt/slideLayouts/slideLayout2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e score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scoreboard-p1 Placeholder"/>
          <p:cNvSpPr>
            <a:spLocks noGrp="1"/>
          </p:cNvSpPr>
          <p:nvPr>
            <p:ph type="body" idx="1"/>
          </p:nvPr>
        </p:nvSpPr>
        <p:spPr>
          <a:xfrm>
            <a:off x="1104900" y="628650"/>
            <a:ext cx="6858000" cy="37814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050" lang="en"/>
            </a:lvl1pPr>
          </a:lstStyle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" name="br-scoreboard-p2 Placeholder"/>
          <p:cNvSpPr>
            <a:spLocks noGrp="1"/>
          </p:cNvSpPr>
          <p:nvPr>
            <p:ph type="sldNum" idx="2"/>
          </p:nvPr>
        </p:nvSpPr>
        <p:spPr>
          <a:xfrm>
            <a:off x="8477250" y="628650"/>
            <a:ext cx="247650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67943EFF-0855-4D2A-98A1-265D78C631EE}" type="slidenum"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4" name="br-scoreboard-p3 Placeholder"/>
          <p:cNvSpPr>
            <a:spLocks noGrp="1"/>
          </p:cNvSpPr>
          <p:nvPr>
            <p:ph type="body" idx="3"/>
          </p:nvPr>
        </p:nvSpPr>
        <p:spPr>
          <a:xfrm>
            <a:off x="857250" y="1200150"/>
            <a:ext cx="666750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" name="br-scoreboard-p4 Placeholder"/>
          <p:cNvSpPr>
            <a:spLocks noGrp="1"/>
          </p:cNvSpPr>
          <p:nvPr>
            <p:ph type="title" idx="4"/>
          </p:nvPr>
        </p:nvSpPr>
        <p:spPr>
          <a:xfrm>
            <a:off x="857250" y="1600200"/>
            <a:ext cx="9810750" cy="8702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900" lang="en"/>
            </a:lvl1pPr>
          </a:lstStyle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title</a:t>
            </a:r>
            <a:endParaRPr lang="en"/>
          </a:p>
        </p:txBody>
      </p:sp>
      <p:sp>
        <p:nvSpPr>
          <p:cNvPr id="6" name="br-scoreboard-p5 Placeholder"/>
          <p:cNvSpPr>
            <a:spLocks noGrp="1"/>
          </p:cNvSpPr>
          <p:nvPr>
            <p:ph type="body" idx="5"/>
          </p:nvPr>
        </p:nvSpPr>
        <p:spPr>
          <a:xfrm>
            <a:off x="857250" y="2724150"/>
            <a:ext cx="8382000" cy="7686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720" lang="en"/>
            </a:lvl1pPr>
          </a:lstStyle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7" name="br-scoreboard-p6 Placeholder"/>
          <p:cNvSpPr>
            <a:spLocks noGrp="1"/>
          </p:cNvSpPr>
          <p:nvPr>
            <p:ph type="body" idx="6"/>
          </p:nvPr>
        </p:nvSpPr>
        <p:spPr>
          <a:xfrm>
            <a:off x="857250" y="3771900"/>
            <a:ext cx="2857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8" name="br-scoreboard-p7 Placeholder"/>
          <p:cNvSpPr>
            <a:spLocks noGrp="1"/>
          </p:cNvSpPr>
          <p:nvPr>
            <p:ph type="body" idx="7"/>
          </p:nvPr>
        </p:nvSpPr>
        <p:spPr>
          <a:xfrm>
            <a:off x="4762500" y="3790950"/>
            <a:ext cx="85725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scoreboard-p8 Placeholder"/>
          <p:cNvSpPr>
            <a:spLocks noGrp="1"/>
          </p:cNvSpPr>
          <p:nvPr>
            <p:ph type="body" idx="8"/>
          </p:nvPr>
        </p:nvSpPr>
        <p:spPr>
          <a:xfrm>
            <a:off x="857250" y="4248150"/>
            <a:ext cx="2286000" cy="784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0" name="br-scoreboard-p9 Placeholder"/>
          <p:cNvSpPr>
            <a:spLocks noGrp="1"/>
          </p:cNvSpPr>
          <p:nvPr>
            <p:ph type="body" idx="9"/>
          </p:nvPr>
        </p:nvSpPr>
        <p:spPr>
          <a:xfrm>
            <a:off x="857250" y="4781550"/>
            <a:ext cx="2286000" cy="294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scoreboard-p10 Placeholder"/>
          <p:cNvSpPr>
            <a:spLocks noGrp="1"/>
          </p:cNvSpPr>
          <p:nvPr>
            <p:ph type="body" idx="10"/>
          </p:nvPr>
        </p:nvSpPr>
        <p:spPr>
          <a:xfrm>
            <a:off x="3142298" y="4171950"/>
            <a:ext cx="1333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scoreboard-p11 Placeholder"/>
          <p:cNvSpPr>
            <a:spLocks noGrp="1"/>
          </p:cNvSpPr>
          <p:nvPr>
            <p:ph type="body" idx="11"/>
          </p:nvPr>
        </p:nvSpPr>
        <p:spPr>
          <a:xfrm>
            <a:off x="3619500" y="4705350"/>
            <a:ext cx="18097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scoreboard-p12 Placeholder"/>
          <p:cNvSpPr>
            <a:spLocks noGrp="1"/>
          </p:cNvSpPr>
          <p:nvPr>
            <p:ph type="body" idx="12"/>
          </p:nvPr>
        </p:nvSpPr>
        <p:spPr>
          <a:xfrm>
            <a:off x="857250" y="5467350"/>
            <a:ext cx="323850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scoreboard-p13 Placeholder"/>
          <p:cNvSpPr>
            <a:spLocks noGrp="1"/>
          </p:cNvSpPr>
          <p:nvPr>
            <p:ph type="body" idx="13"/>
          </p:nvPr>
        </p:nvSpPr>
        <p:spPr>
          <a:xfrm>
            <a:off x="6191250" y="3771900"/>
            <a:ext cx="2857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scoreboard-p14 Placeholder"/>
          <p:cNvSpPr>
            <a:spLocks noGrp="1"/>
          </p:cNvSpPr>
          <p:nvPr>
            <p:ph type="body" idx="14"/>
          </p:nvPr>
        </p:nvSpPr>
        <p:spPr>
          <a:xfrm>
            <a:off x="10096500" y="3790950"/>
            <a:ext cx="85725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6" name="br-scoreboard-p15 Placeholder"/>
          <p:cNvSpPr>
            <a:spLocks noGrp="1"/>
          </p:cNvSpPr>
          <p:nvPr>
            <p:ph type="body" idx="15"/>
          </p:nvPr>
        </p:nvSpPr>
        <p:spPr>
          <a:xfrm>
            <a:off x="6191250" y="4248150"/>
            <a:ext cx="2286000" cy="784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17" name="br-scoreboard-p16 Placeholder"/>
          <p:cNvSpPr>
            <a:spLocks noGrp="1"/>
          </p:cNvSpPr>
          <p:nvPr>
            <p:ph type="body" idx="16"/>
          </p:nvPr>
        </p:nvSpPr>
        <p:spPr>
          <a:xfrm>
            <a:off x="6191250" y="4781550"/>
            <a:ext cx="2286000" cy="294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8" name="br-scoreboard-p17 Placeholder"/>
          <p:cNvSpPr>
            <a:spLocks noGrp="1"/>
          </p:cNvSpPr>
          <p:nvPr>
            <p:ph type="body" idx="17"/>
          </p:nvPr>
        </p:nvSpPr>
        <p:spPr>
          <a:xfrm>
            <a:off x="9096375" y="4171950"/>
            <a:ext cx="1333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9" name="br-scoreboard-p18 Placeholder"/>
          <p:cNvSpPr>
            <a:spLocks noGrp="1"/>
          </p:cNvSpPr>
          <p:nvPr>
            <p:ph type="body" idx="18"/>
          </p:nvPr>
        </p:nvSpPr>
        <p:spPr>
          <a:xfrm>
            <a:off x="8953500" y="4705350"/>
            <a:ext cx="18097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0" name="br-scoreboard-p19 Placeholder"/>
          <p:cNvSpPr>
            <a:spLocks noGrp="1"/>
          </p:cNvSpPr>
          <p:nvPr>
            <p:ph type="body" idx="19"/>
          </p:nvPr>
        </p:nvSpPr>
        <p:spPr>
          <a:xfrm>
            <a:off x="6191250" y="5467350"/>
            <a:ext cx="323850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1" name="br-scoreboard-p20 Placeholder"/>
          <p:cNvSpPr>
            <a:spLocks noGrp="1"/>
          </p:cNvSpPr>
          <p:nvPr>
            <p:ph type="body" idx="20"/>
          </p:nvPr>
        </p:nvSpPr>
        <p:spPr>
          <a:xfrm>
            <a:off x="857250" y="6343650"/>
            <a:ext cx="2857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2" name="br-scoreboard-p21 Placeholder"/>
          <p:cNvSpPr>
            <a:spLocks noGrp="1"/>
          </p:cNvSpPr>
          <p:nvPr>
            <p:ph type="body" idx="21"/>
          </p:nvPr>
        </p:nvSpPr>
        <p:spPr>
          <a:xfrm>
            <a:off x="4762500" y="6362700"/>
            <a:ext cx="85725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3" name="br-scoreboard-p22 Placeholder"/>
          <p:cNvSpPr>
            <a:spLocks noGrp="1"/>
          </p:cNvSpPr>
          <p:nvPr>
            <p:ph type="body" idx="22"/>
          </p:nvPr>
        </p:nvSpPr>
        <p:spPr>
          <a:xfrm>
            <a:off x="857250" y="6819900"/>
            <a:ext cx="2286000" cy="784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24" name="br-scoreboard-p23 Placeholder"/>
          <p:cNvSpPr>
            <a:spLocks noGrp="1"/>
          </p:cNvSpPr>
          <p:nvPr>
            <p:ph type="body" idx="23"/>
          </p:nvPr>
        </p:nvSpPr>
        <p:spPr>
          <a:xfrm>
            <a:off x="857250" y="7353300"/>
            <a:ext cx="2286000" cy="294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5" name="br-scoreboard-p24 Placeholder"/>
          <p:cNvSpPr>
            <a:spLocks noGrp="1"/>
          </p:cNvSpPr>
          <p:nvPr>
            <p:ph type="body" idx="24"/>
          </p:nvPr>
        </p:nvSpPr>
        <p:spPr>
          <a:xfrm>
            <a:off x="3962400" y="6743700"/>
            <a:ext cx="1333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6" name="br-scoreboard-p25 Placeholder"/>
          <p:cNvSpPr>
            <a:spLocks noGrp="1"/>
          </p:cNvSpPr>
          <p:nvPr>
            <p:ph type="body" idx="25"/>
          </p:nvPr>
        </p:nvSpPr>
        <p:spPr>
          <a:xfrm>
            <a:off x="3619500" y="7277100"/>
            <a:ext cx="18097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7" name="br-scoreboard-p26 Placeholder"/>
          <p:cNvSpPr>
            <a:spLocks noGrp="1"/>
          </p:cNvSpPr>
          <p:nvPr>
            <p:ph type="body" idx="26"/>
          </p:nvPr>
        </p:nvSpPr>
        <p:spPr>
          <a:xfrm>
            <a:off x="857250" y="8039100"/>
            <a:ext cx="323850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8" name="br-scoreboard-p27 Placeholder"/>
          <p:cNvSpPr>
            <a:spLocks noGrp="1"/>
          </p:cNvSpPr>
          <p:nvPr>
            <p:ph type="body" idx="27"/>
          </p:nvPr>
        </p:nvSpPr>
        <p:spPr>
          <a:xfrm>
            <a:off x="6191250" y="6343650"/>
            <a:ext cx="2857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29" name="br-scoreboard-p28 Placeholder"/>
          <p:cNvSpPr>
            <a:spLocks noGrp="1"/>
          </p:cNvSpPr>
          <p:nvPr>
            <p:ph type="body" idx="28"/>
          </p:nvPr>
        </p:nvSpPr>
        <p:spPr>
          <a:xfrm>
            <a:off x="10096500" y="6362700"/>
            <a:ext cx="85725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0" name="br-scoreboard-p29 Placeholder"/>
          <p:cNvSpPr>
            <a:spLocks noGrp="1"/>
          </p:cNvSpPr>
          <p:nvPr>
            <p:ph type="body" idx="29"/>
          </p:nvPr>
        </p:nvSpPr>
        <p:spPr>
          <a:xfrm>
            <a:off x="6191250" y="6819900"/>
            <a:ext cx="2286000" cy="784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1" name="br-scoreboard-p30 Placeholder"/>
          <p:cNvSpPr>
            <a:spLocks noGrp="1"/>
          </p:cNvSpPr>
          <p:nvPr>
            <p:ph type="body" idx="30"/>
          </p:nvPr>
        </p:nvSpPr>
        <p:spPr>
          <a:xfrm>
            <a:off x="6191250" y="7353300"/>
            <a:ext cx="2286000" cy="294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2" name="br-scoreboard-p31 Placeholder"/>
          <p:cNvSpPr>
            <a:spLocks noGrp="1"/>
          </p:cNvSpPr>
          <p:nvPr>
            <p:ph type="body" idx="31"/>
          </p:nvPr>
        </p:nvSpPr>
        <p:spPr>
          <a:xfrm>
            <a:off x="9096375" y="6743700"/>
            <a:ext cx="1333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3" name="br-scoreboard-p32 Placeholder"/>
          <p:cNvSpPr>
            <a:spLocks noGrp="1"/>
          </p:cNvSpPr>
          <p:nvPr>
            <p:ph type="body" idx="32"/>
          </p:nvPr>
        </p:nvSpPr>
        <p:spPr>
          <a:xfrm>
            <a:off x="8953500" y="7277100"/>
            <a:ext cx="18097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4" name="br-scoreboard-p33 Placeholder"/>
          <p:cNvSpPr>
            <a:spLocks noGrp="1"/>
          </p:cNvSpPr>
          <p:nvPr>
            <p:ph type="body" idx="33"/>
          </p:nvPr>
        </p:nvSpPr>
        <p:spPr>
          <a:xfrm>
            <a:off x="6191250" y="8039100"/>
            <a:ext cx="323850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5" name="br-scoreboard-p34 Placeholder"/>
          <p:cNvSpPr>
            <a:spLocks noGrp="1"/>
          </p:cNvSpPr>
          <p:nvPr>
            <p:ph type="body" idx="34"/>
          </p:nvPr>
        </p:nvSpPr>
        <p:spPr>
          <a:xfrm>
            <a:off x="857250" y="8915400"/>
            <a:ext cx="2857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6" name="br-scoreboard-p35 Placeholder"/>
          <p:cNvSpPr>
            <a:spLocks noGrp="1"/>
          </p:cNvSpPr>
          <p:nvPr>
            <p:ph type="body" idx="35"/>
          </p:nvPr>
        </p:nvSpPr>
        <p:spPr>
          <a:xfrm>
            <a:off x="4762500" y="8934450"/>
            <a:ext cx="85725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7" name="br-scoreboard-p36 Placeholder"/>
          <p:cNvSpPr>
            <a:spLocks noGrp="1"/>
          </p:cNvSpPr>
          <p:nvPr>
            <p:ph type="body" idx="36"/>
          </p:nvPr>
        </p:nvSpPr>
        <p:spPr>
          <a:xfrm>
            <a:off x="857250" y="9391650"/>
            <a:ext cx="2286000" cy="784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38" name="br-scoreboard-p37 Placeholder"/>
          <p:cNvSpPr>
            <a:spLocks noGrp="1"/>
          </p:cNvSpPr>
          <p:nvPr>
            <p:ph type="body" idx="37"/>
          </p:nvPr>
        </p:nvSpPr>
        <p:spPr>
          <a:xfrm>
            <a:off x="857250" y="9925050"/>
            <a:ext cx="2286000" cy="294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39" name="br-scoreboard-p38 Placeholder"/>
          <p:cNvSpPr>
            <a:spLocks noGrp="1"/>
          </p:cNvSpPr>
          <p:nvPr>
            <p:ph type="body" idx="38"/>
          </p:nvPr>
        </p:nvSpPr>
        <p:spPr>
          <a:xfrm>
            <a:off x="3762375" y="9315450"/>
            <a:ext cx="1333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0" name="br-scoreboard-p39 Placeholder"/>
          <p:cNvSpPr>
            <a:spLocks noGrp="1"/>
          </p:cNvSpPr>
          <p:nvPr>
            <p:ph type="body" idx="39"/>
          </p:nvPr>
        </p:nvSpPr>
        <p:spPr>
          <a:xfrm>
            <a:off x="3619500" y="9848850"/>
            <a:ext cx="18097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1" name="br-scoreboard-p40 Placeholder"/>
          <p:cNvSpPr>
            <a:spLocks noGrp="1"/>
          </p:cNvSpPr>
          <p:nvPr>
            <p:ph type="body" idx="40"/>
          </p:nvPr>
        </p:nvSpPr>
        <p:spPr>
          <a:xfrm>
            <a:off x="857250" y="10610850"/>
            <a:ext cx="323850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2" name="br-scoreboard-p41 Placeholder"/>
          <p:cNvSpPr>
            <a:spLocks noGrp="1"/>
          </p:cNvSpPr>
          <p:nvPr>
            <p:ph type="body" idx="41"/>
          </p:nvPr>
        </p:nvSpPr>
        <p:spPr>
          <a:xfrm>
            <a:off x="6191250" y="8915400"/>
            <a:ext cx="2857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3" name="br-scoreboard-p42 Placeholder"/>
          <p:cNvSpPr>
            <a:spLocks noGrp="1"/>
          </p:cNvSpPr>
          <p:nvPr>
            <p:ph type="body" idx="42"/>
          </p:nvPr>
        </p:nvSpPr>
        <p:spPr>
          <a:xfrm>
            <a:off x="10096500" y="8934450"/>
            <a:ext cx="85725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4" name="br-scoreboard-p43 Placeholder"/>
          <p:cNvSpPr>
            <a:spLocks noGrp="1"/>
          </p:cNvSpPr>
          <p:nvPr>
            <p:ph type="body" idx="43"/>
          </p:nvPr>
        </p:nvSpPr>
        <p:spPr>
          <a:xfrm>
            <a:off x="6191250" y="9391650"/>
            <a:ext cx="2286000" cy="784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600" lang="en"/>
            </a:lvl1pPr>
          </a:lstStyle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45" name="br-scoreboard-p44 Placeholder"/>
          <p:cNvSpPr>
            <a:spLocks noGrp="1"/>
          </p:cNvSpPr>
          <p:nvPr>
            <p:ph type="body" idx="44"/>
          </p:nvPr>
        </p:nvSpPr>
        <p:spPr>
          <a:xfrm>
            <a:off x="6191250" y="9925050"/>
            <a:ext cx="2286000" cy="2947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6" name="br-scoreboard-p45 Placeholder"/>
          <p:cNvSpPr>
            <a:spLocks noGrp="1"/>
          </p:cNvSpPr>
          <p:nvPr>
            <p:ph type="body" idx="45"/>
          </p:nvPr>
        </p:nvSpPr>
        <p:spPr>
          <a:xfrm>
            <a:off x="8856345" y="9315450"/>
            <a:ext cx="133350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7" name="br-scoreboard-p46 Placeholder"/>
          <p:cNvSpPr>
            <a:spLocks noGrp="1"/>
          </p:cNvSpPr>
          <p:nvPr>
            <p:ph type="body" idx="46"/>
          </p:nvPr>
        </p:nvSpPr>
        <p:spPr>
          <a:xfrm>
            <a:off x="8953500" y="9848850"/>
            <a:ext cx="180975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8" name="br-scoreboard-p47 Placeholder"/>
          <p:cNvSpPr>
            <a:spLocks noGrp="1"/>
          </p:cNvSpPr>
          <p:nvPr>
            <p:ph type="body" idx="47"/>
          </p:nvPr>
        </p:nvSpPr>
        <p:spPr>
          <a:xfrm>
            <a:off x="6191250" y="10610850"/>
            <a:ext cx="3238500" cy="313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9" name="br-scoreboard-p48 Placeholder"/>
          <p:cNvSpPr>
            <a:spLocks noGrp="1"/>
          </p:cNvSpPr>
          <p:nvPr>
            <p:ph type="body" idx="48"/>
          </p:nvPr>
        </p:nvSpPr>
        <p:spPr>
          <a:xfrm>
            <a:off x="857250" y="11887200"/>
            <a:ext cx="495300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0" name="br-scoreboard-p49 Placeholder"/>
          <p:cNvSpPr>
            <a:spLocks noGrp="1"/>
          </p:cNvSpPr>
          <p:nvPr>
            <p:ph type="body" idx="49"/>
          </p:nvPr>
        </p:nvSpPr>
        <p:spPr>
          <a:xfrm>
            <a:off x="857250" y="12287250"/>
            <a:ext cx="4953000" cy="10648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2700" lang="en"/>
            </a:lvl1pPr>
          </a:lstStyle>
          <a:p>
            <a:pPr algn="l" marL="0" indent="0">
              <a:lnSpc>
                <a:spcPts val="3300"/>
              </a:lnSpc>
              <a:buNone/>
            </a:pPr>
            <a:r>
              <a:rPr lang="en" sz="27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51" name="br-scoreboard-p50 Placeholder"/>
          <p:cNvSpPr>
            <a:spLocks noGrp="1"/>
          </p:cNvSpPr>
          <p:nvPr>
            <p:ph type="body" idx="50"/>
          </p:nvPr>
        </p:nvSpPr>
        <p:spPr>
          <a:xfrm>
            <a:off x="857250" y="13335000"/>
            <a:ext cx="4953000" cy="3328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11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2" name="br-scoreboard-p51 Placeholder"/>
          <p:cNvSpPr>
            <a:spLocks noGrp="1"/>
          </p:cNvSpPr>
          <p:nvPr>
            <p:ph type="body" idx="51"/>
          </p:nvPr>
        </p:nvSpPr>
        <p:spPr>
          <a:xfrm>
            <a:off x="6191250" y="12001500"/>
            <a:ext cx="4762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3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3" name="br-scoreboard-p52 Placeholder"/>
          <p:cNvSpPr>
            <a:spLocks noGrp="1"/>
          </p:cNvSpPr>
          <p:nvPr>
            <p:ph type="body" idx="52"/>
          </p:nvPr>
        </p:nvSpPr>
        <p:spPr>
          <a:xfrm>
            <a:off x="6191250" y="1228725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lnSpc>
                <a:spcPts val="1575"/>
              </a:lnSpc>
              <a:buNone/>
            </a:pPr>
            <a: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54" name="br-scoreboard-p53 Placeholder"/>
          <p:cNvSpPr>
            <a:spLocks noGrp="1"/>
          </p:cNvSpPr>
          <p:nvPr>
            <p:ph type="body" idx="53"/>
          </p:nvPr>
        </p:nvSpPr>
        <p:spPr>
          <a:xfrm>
            <a:off x="6191250" y="12877800"/>
            <a:ext cx="4762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3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5" name="br-scoreboard-p54 Placeholder"/>
          <p:cNvSpPr>
            <a:spLocks noGrp="1"/>
          </p:cNvSpPr>
          <p:nvPr>
            <p:ph type="body" idx="54"/>
          </p:nvPr>
        </p:nvSpPr>
        <p:spPr>
          <a:xfrm>
            <a:off x="6191250" y="1316355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lnSpc>
                <a:spcPts val="1575"/>
              </a:lnSpc>
              <a:buNone/>
            </a:pPr>
            <a: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56" name="br-scoreboard-p55 Placeholder"/>
          <p:cNvSpPr>
            <a:spLocks noGrp="1"/>
          </p:cNvSpPr>
          <p:nvPr>
            <p:ph type="body" idx="55"/>
          </p:nvPr>
        </p:nvSpPr>
        <p:spPr>
          <a:xfrm>
            <a:off x="6191250" y="13754100"/>
            <a:ext cx="4762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3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7" name="br-scoreboard-p56 Placeholder"/>
          <p:cNvSpPr>
            <a:spLocks noGrp="1"/>
          </p:cNvSpPr>
          <p:nvPr>
            <p:ph type="body" idx="56"/>
          </p:nvPr>
        </p:nvSpPr>
        <p:spPr>
          <a:xfrm>
            <a:off x="6191250" y="14039850"/>
            <a:ext cx="4762500" cy="5143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120" lang="en"/>
            </a:lvl1pPr>
          </a:lstStyle>
          <a:p>
            <a:pPr algn="l" marL="0" indent="0">
              <a:lnSpc>
                <a:spcPts val="1575"/>
              </a:lnSpc>
              <a:buNone/>
            </a:pPr>
            <a: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Click to add text</a:t>
            </a:r>
            <a:endParaRPr lang="en"/>
          </a:p>
        </p:txBody>
      </p:sp>
      <p:sp>
        <p:nvSpPr>
          <p:cNvPr id="58" name="br-scoreboard-p57 Placeholder"/>
          <p:cNvSpPr>
            <a:spLocks noGrp="1"/>
          </p:cNvSpPr>
          <p:nvPr>
            <p:ph type="body" idx="57"/>
          </p:nvPr>
        </p:nvSpPr>
        <p:spPr>
          <a:xfrm>
            <a:off x="857250" y="14820900"/>
            <a:ext cx="99060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59" name="br-scoreboard-p58 Placeholder"/>
          <p:cNvSpPr>
            <a:spLocks noGrp="1"/>
          </p:cNvSpPr>
          <p:nvPr>
            <p:ph type="body" idx="58"/>
          </p:nvPr>
        </p:nvSpPr>
        <p:spPr>
          <a:xfrm>
            <a:off x="857250" y="15716250"/>
            <a:ext cx="809625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60" name="br-scoreboard-p59 Placeholder"/>
          <p:cNvSpPr>
            <a:spLocks noGrp="1"/>
          </p:cNvSpPr>
          <p:nvPr>
            <p:ph type="body" idx="59"/>
          </p:nvPr>
        </p:nvSpPr>
        <p:spPr>
          <a:xfrm>
            <a:off x="857250" y="16021050"/>
            <a:ext cx="8096250" cy="3190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61" name="br-scoreboard-p60 Placeholder"/>
          <p:cNvSpPr>
            <a:spLocks noGrp="1"/>
          </p:cNvSpPr>
          <p:nvPr>
            <p:ph type="sldNum" idx="60"/>
          </p:nvPr>
        </p:nvSpPr>
        <p:spPr>
          <a:xfrm>
            <a:off x="9906000" y="15716250"/>
            <a:ext cx="1047750" cy="3729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80" lang="en"/>
            </a:lvl1pPr>
          </a:lstStyle>
          <a:p>
            <a:pPr algn="r"/>
            <a:fld id="{E4C67FD6-62BC-4FC4-8733-0497D081093D}" type="slidenum"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1883145419"/>
      </p:ext>
    </p:extLst>
  </p:cSld>
  <p:clrMapOvr>
    <a:masterClrMapping/>
  </p:clrMapOvr>
  <p:hf hdr="0" dt="0" ftr="0" sldNum="1"/>
</p:sldLayout>
</file>

<file path=ppt/slideLayouts/slideLayout2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The deci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-ending-pic1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1811000" cy="1670685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"/>
              <a:t>Click to add picture</a:t>
            </a:r>
            <a:endParaRPr lang="en"/>
          </a:p>
        </p:txBody>
      </p:sp>
      <p:sp>
        <p:nvSpPr>
          <p:cNvPr id="3" name="br-ending-p2 Placeholder"/>
          <p:cNvSpPr>
            <a:spLocks noGrp="1"/>
          </p:cNvSpPr>
          <p:nvPr>
            <p:ph type="body" idx="2"/>
          </p:nvPr>
        </p:nvSpPr>
        <p:spPr>
          <a:xfrm>
            <a:off x="1028700" y="933450"/>
            <a:ext cx="257175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 lang="en"/>
            </a:lvl1pPr>
          </a:lstStyle>
          <a:p>
            <a:pPr algn="l" marL="0" indent="0">
              <a:buNone/>
            </a:pPr>
            <a:r>
              <a:rPr lang="en" sz="1500" b="1" spc="1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4" name="br-ending-p3 Placeholder"/>
          <p:cNvSpPr>
            <a:spLocks noGrp="1"/>
          </p:cNvSpPr>
          <p:nvPr>
            <p:ph type="sldNum" idx="3"/>
          </p:nvPr>
        </p:nvSpPr>
        <p:spPr>
          <a:xfrm>
            <a:off x="8858250" y="952500"/>
            <a:ext cx="2095500" cy="40052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20" lang="en"/>
            </a:lvl1pPr>
          </a:lstStyle>
          <a:p>
            <a:pPr algn="r"/>
            <a:fld id="{55E11377-EBFB-459E-845C-95420C9A7B31}" type="slidenum">
              <a:rPr lang="en" sz="820" b="1" spc="120" dirty="0">
                <a:solidFill>
                  <a:srgbClr val="C8D5DE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  <p:sp>
        <p:nvSpPr>
          <p:cNvPr id="5" name="br-ending-p4 Placeholder"/>
          <p:cNvSpPr>
            <a:spLocks noGrp="1"/>
          </p:cNvSpPr>
          <p:nvPr>
            <p:ph type="body" idx="4"/>
          </p:nvPr>
        </p:nvSpPr>
        <p:spPr>
          <a:xfrm>
            <a:off x="857250" y="2247900"/>
            <a:ext cx="6667500" cy="39195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980" lang="en"/>
            </a:lvl1pPr>
          </a:lstStyle>
          <a:p>
            <a:pPr algn="l" marL="0" indent="0">
              <a:buNone/>
            </a:pPr>
            <a:r>
              <a:rPr lang="en" sz="980" b="1" spc="22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6" name="br-ending-p5 Placeholder"/>
          <p:cNvSpPr>
            <a:spLocks noGrp="1"/>
          </p:cNvSpPr>
          <p:nvPr>
            <p:ph type="title" idx="5"/>
          </p:nvPr>
        </p:nvSpPr>
        <p:spPr>
          <a:xfrm>
            <a:off x="857250" y="3009900"/>
            <a:ext cx="9906000" cy="3143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8100" lang="en"/>
            </a:lvl1pPr>
          </a:lstStyle>
          <a:p>
            <a:pPr algn="l">
              <a:lnSpc>
                <a:spcPts val="9000"/>
              </a:lnSpc>
            </a:pPr>
            <a:r>
              <a:rPr lang="en" sz="81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"/>
          </a:p>
        </p:txBody>
      </p:sp>
      <p:sp>
        <p:nvSpPr>
          <p:cNvPr id="7" name="br-ending-p6 Placeholder"/>
          <p:cNvSpPr>
            <a:spLocks noGrp="1"/>
          </p:cNvSpPr>
          <p:nvPr>
            <p:ph type="subTitle" idx="6"/>
          </p:nvPr>
        </p:nvSpPr>
        <p:spPr>
          <a:xfrm>
            <a:off x="857250" y="6667500"/>
            <a:ext cx="7810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020" lang="en"/>
            </a:lvl1pPr>
          </a:lstStyle>
          <a:p>
            <a:pPr algn="l" marL="0" indent="0">
              <a:lnSpc>
                <a:spcPts val="2850"/>
              </a:lnSpc>
              <a:buNone/>
            </a:pPr>
            <a:r>
              <a:rPr lang="en" sz="2020" dirty="0">
                <a:solidFill>
                  <a:srgbClr val="D8E2E9"/>
                </a:solidFill>
                <a:latin typeface="+mj-lt"/>
                <a:ea typeface="+mj-ea"/>
                <a:cs typeface="+mj-cs"/>
              </a:rPr>
              <a:t>Click to add subtitle</a:t>
            </a:r>
            <a:endParaRPr lang="en"/>
          </a:p>
        </p:txBody>
      </p:sp>
      <p:sp>
        <p:nvSpPr>
          <p:cNvPr id="8" name="br-ending-p7 Placeholder"/>
          <p:cNvSpPr>
            <a:spLocks noGrp="1"/>
          </p:cNvSpPr>
          <p:nvPr>
            <p:ph type="body" idx="7"/>
          </p:nvPr>
        </p:nvSpPr>
        <p:spPr>
          <a:xfrm>
            <a:off x="857250" y="9848850"/>
            <a:ext cx="285750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9" name="br-ending-p8 Placeholder"/>
          <p:cNvSpPr>
            <a:spLocks noGrp="1"/>
          </p:cNvSpPr>
          <p:nvPr>
            <p:ph type="body" idx="8"/>
          </p:nvPr>
        </p:nvSpPr>
        <p:spPr>
          <a:xfrm>
            <a:off x="857250" y="10153650"/>
            <a:ext cx="2857500" cy="437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"/>
            </a:lvl1pPr>
          </a:lstStyle>
          <a:p>
            <a:pPr algn="l" marL="0" indent="0">
              <a:buNone/>
            </a:pPr>
            <a:r>
              <a:rPr lang="e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0" name="br-ending-p9 Placeholder"/>
          <p:cNvSpPr>
            <a:spLocks noGrp="1"/>
          </p:cNvSpPr>
          <p:nvPr>
            <p:ph type="body" idx="9"/>
          </p:nvPr>
        </p:nvSpPr>
        <p:spPr>
          <a:xfrm>
            <a:off x="4286250" y="9848850"/>
            <a:ext cx="285750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1" name="br-ending-p10 Placeholder"/>
          <p:cNvSpPr>
            <a:spLocks noGrp="1"/>
          </p:cNvSpPr>
          <p:nvPr>
            <p:ph type="body" idx="10"/>
          </p:nvPr>
        </p:nvSpPr>
        <p:spPr>
          <a:xfrm>
            <a:off x="4286250" y="10153650"/>
            <a:ext cx="2857500" cy="437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"/>
            </a:lvl1pPr>
          </a:lstStyle>
          <a:p>
            <a:pPr algn="l" marL="0" indent="0">
              <a:buNone/>
            </a:pPr>
            <a:r>
              <a:rPr lang="e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2" name="br-ending-p11 Placeholder"/>
          <p:cNvSpPr>
            <a:spLocks noGrp="1"/>
          </p:cNvSpPr>
          <p:nvPr>
            <p:ph type="body" idx="11"/>
          </p:nvPr>
        </p:nvSpPr>
        <p:spPr>
          <a:xfrm>
            <a:off x="7715250" y="9848850"/>
            <a:ext cx="2857500" cy="3433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20" lang="en"/>
            </a:lvl1pPr>
          </a:lstStyle>
          <a:p>
            <a:pPr algn="l" marL="0" indent="0">
              <a:buNone/>
            </a:pPr>
            <a:r>
              <a:rPr lang="en" sz="82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3" name="br-ending-p12 Placeholder"/>
          <p:cNvSpPr>
            <a:spLocks noGrp="1"/>
          </p:cNvSpPr>
          <p:nvPr>
            <p:ph type="body" idx="12"/>
          </p:nvPr>
        </p:nvSpPr>
        <p:spPr>
          <a:xfrm>
            <a:off x="7715250" y="10153650"/>
            <a:ext cx="2857500" cy="4371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 lang="en"/>
            </a:lvl1pPr>
          </a:lstStyle>
          <a:p>
            <a:pPr algn="l" marL="0" indent="0">
              <a:buNone/>
            </a:pPr>
            <a:r>
              <a:rPr lang="e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4" name="br-ending-p13 Placeholder"/>
          <p:cNvSpPr>
            <a:spLocks noGrp="1"/>
          </p:cNvSpPr>
          <p:nvPr>
            <p:ph type="body" idx="13"/>
          </p:nvPr>
        </p:nvSpPr>
        <p:spPr>
          <a:xfrm>
            <a:off x="857250" y="14668500"/>
            <a:ext cx="7429500" cy="33813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750" lang="en"/>
            </a:lvl1pPr>
          </a:lstStyle>
          <a:p>
            <a:pPr algn="l" marL="0" indent="0">
              <a:buNone/>
            </a:pPr>
            <a:r>
              <a:rPr lang="en" sz="750" b="1" spc="105" dirty="0">
                <a:solidFill>
                  <a:srgbClr val="C8D5D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5" name="br-ending-p14 Placeholder"/>
          <p:cNvSpPr>
            <a:spLocks noGrp="1"/>
          </p:cNvSpPr>
          <p:nvPr>
            <p:ph type="body" idx="14"/>
          </p:nvPr>
        </p:nvSpPr>
        <p:spPr>
          <a:xfrm>
            <a:off x="857250" y="14973300"/>
            <a:ext cx="7429500" cy="3328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680" lang="en"/>
            </a:lvl1pPr>
          </a:lstStyle>
          <a:p>
            <a:pPr algn="l" marL="0" indent="0">
              <a:buNone/>
            </a:pPr>
            <a:r>
              <a:rPr lang="en" sz="680" b="1" spc="82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"/>
          </a:p>
        </p:txBody>
      </p:sp>
      <p:sp>
        <p:nvSpPr>
          <p:cNvPr id="16" name="br-ending-p15 Placeholder"/>
          <p:cNvSpPr>
            <a:spLocks noGrp="1"/>
          </p:cNvSpPr>
          <p:nvPr>
            <p:ph type="sldNum" idx="15"/>
          </p:nvPr>
        </p:nvSpPr>
        <p:spPr>
          <a:xfrm>
            <a:off x="9906000" y="14668500"/>
            <a:ext cx="1047750" cy="367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900" lang="en"/>
            </a:lvl1pPr>
          </a:lstStyle>
          <a:p>
            <a:pPr algn="r"/>
            <a:fld id="{E0B87325-C826-488D-B511-B261D1F9025E}" type="slidenum">
              <a:rPr lang="en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‹#›</a:t>
            </a:fld>
            <a:endParaRPr lang="en"/>
          </a:p>
        </p:txBody>
      </p:sp>
    </p:spTree>
    <p:extLst>
      <p:ext uri="{BB962C8B-B14F-4D97-AF65-F5344CB8AC3E}">
        <p14:creationId val="4175114415"/>
      </p:ext>
    </p:extLst>
  </p:cSld>
  <p:clrMapOvr>
    <a:masterClrMapping/>
  </p:clrMapOvr>
  <p:hf hdr="0" dt="0" ftr="0" sldNum="1"/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  <Relationship Id="rId25" Type="http://schemas.openxmlformats.org/officeDocument/2006/relationships/slideLayout" Target="../slideLayouts/slideLayout24.xml"/>
  <Relationship Id="rId26" Type="http://schemas.openxmlformats.org/officeDocument/2006/relationships/slideLayout" Target="../slideLayouts/slideLayout25.xml"/>
  <Relationship Id="rId27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A4 Boardroom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</p:sldLayoutIdLst>
  <p:txStyles>
    <p:titleStyle>
      <a:lvl1pPr algn="ctr" defTabSz="457200" rtl="0" eaLnBrk="1" latinLnBrk="0" hangingPunct="1">
        <a:spcBef>
          <a:spcPct val="0"/>
        </a:spcBef>
        <a:buNone/>
        <a:defRPr sz="39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9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85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9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85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73e42126b41b2627.jp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4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5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6.xml"/>
  <Relationship Id="rId2" Type="http://schemas.openxmlformats.org/officeDocument/2006/relationships/image" Target="../media/image_90106ec732c0ba3d.jp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r-cover-pic1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38222" t="0" r="38221" b="0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br-cover-d1"/>
          <p:cNvSpPr/>
          <p:nvPr/>
        </p:nvSpPr>
        <p:spPr>
          <a:xfrm>
            <a:off x="0" y="0"/>
            <a:ext cx="11811000" cy="16706850"/>
          </a:xfrm>
          <a:prstGeom prst="rect">
            <a:avLst/>
          </a:prstGeom>
          <a:gradFill>
            <a:gsLst>
              <a:gs pos="0">
                <a:srgbClr val="071C2C">
                  <a:alpha val="70000"/>
                </a:srgbClr>
              </a:gs>
              <a:gs pos="55000">
                <a:srgbClr val="071C2C">
                  <a:alpha val="84000"/>
                </a:srgbClr>
              </a:gs>
              <a:gs pos="100000">
                <a:srgbClr val="071C2C">
                  <a:alpha val="97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br-cover-d2"/>
          <p:cNvSpPr/>
          <p:nvPr/>
        </p:nvSpPr>
        <p:spPr>
          <a:xfrm>
            <a:off x="857250" y="876300"/>
            <a:ext cx="3848100" cy="55245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6" name="br-cover-p2 Placeholder Carrier"/>
          <p:cNvSpPr txBox="1"/>
          <p:nvPr>
            <p:ph type="body" idx="2"/>
          </p:nvPr>
        </p:nvSpPr>
        <p:spPr>
          <a:xfrm>
            <a:off x="1038987" y="1060450"/>
            <a:ext cx="2928263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720" b="1" spc="1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STRATEGY / REVIEW</a:t>
            </a:r>
          </a:p>
        </p:txBody>
      </p:sp>
      <p:sp>
        <p:nvSpPr>
          <p:cNvPr id="7" name="br-cover-p3 Placeholder Carrier"/>
          <p:cNvSpPr txBox="1"/>
          <p:nvPr>
            <p:ph type="body" idx="3"/>
          </p:nvPr>
        </p:nvSpPr>
        <p:spPr>
          <a:xfrm>
            <a:off x="8897249" y="1143000"/>
            <a:ext cx="206126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900" b="1" spc="135" dirty="0">
                <a:solidFill>
                  <a:srgbClr val="C8D5DE"/>
                </a:solidFill>
                <a:latin typeface="+mn-lt"/>
                <a:ea typeface="+mn-ea"/>
                <a:cs typeface="+mn-cs"/>
              </a:rPr>
              <a:t>ISSUE 07 / OCTOBER 2026</a:t>
            </a:r>
          </a:p>
        </p:txBody>
      </p:sp>
      <p:sp>
        <p:nvSpPr>
          <p:cNvPr id="8" name="Line 8"/>
          <p:cNvSpPr/>
          <p:nvPr/>
        </p:nvSpPr>
        <p:spPr>
          <a:xfrm>
            <a:off x="857250" y="1790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FFFFFF">
                <a:alpha val="45000"/>
              </a:srgbClr>
            </a:solidFill>
          </a:ln>
        </p:spPr>
      </p:sp>
      <p:sp>
        <p:nvSpPr>
          <p:cNvPr id="9" name="br-cover-p4 Placeholder Carrier"/>
          <p:cNvSpPr txBox="1"/>
          <p:nvPr>
            <p:ph type="body" idx="4"/>
          </p:nvPr>
        </p:nvSpPr>
        <p:spPr>
          <a:xfrm>
            <a:off x="851154" y="2362200"/>
            <a:ext cx="38823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00" b="1" spc="22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THE OPERATING MODEL QUESTION</a:t>
            </a:r>
          </a:p>
        </p:txBody>
      </p:sp>
      <p:sp>
        <p:nvSpPr>
          <p:cNvPr id="10" name="br-cover-p5 Placeholder Carrier"/>
          <p:cNvSpPr txBox="1"/>
          <p:nvPr>
            <p:ph type="title" idx="5"/>
          </p:nvPr>
        </p:nvSpPr>
        <p:spPr>
          <a:xfrm>
            <a:off x="838200" y="3123946"/>
            <a:ext cx="7808184" cy="436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9900"/>
              </a:lnSpc>
            </a:pPr>
            <a:r>
              <a:rPr lang="en" sz="9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next</a:t>
            </a:r>
            <a:br>
              <a:rPr lang="en" sz="9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" sz="9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advantage is</a:t>
            </a:r>
            <a:br>
              <a:rPr lang="en" sz="9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" sz="9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operational.</a:t>
            </a:r>
          </a:p>
        </p:txBody>
      </p:sp>
      <p:sp>
        <p:nvSpPr>
          <p:cNvPr id="11" name="br-cover-d4"/>
          <p:cNvSpPr/>
          <p:nvPr/>
        </p:nvSpPr>
        <p:spPr>
          <a:xfrm>
            <a:off x="857250" y="7962900"/>
            <a:ext cx="1143000" cy="47625"/>
          </a:xfrm>
          <a:prstGeom prst="rect">
            <a:avLst/>
          </a:prstGeom>
          <a:solidFill>
            <a:srgbClr val="00A9F4"/>
          </a:solidFill>
          <a:ln>
            <a:noFill/>
          </a:ln>
        </p:spPr>
      </p:sp>
      <p:sp>
        <p:nvSpPr>
          <p:cNvPr id="12" name="br-cover-p6 Placeholder Carrier"/>
          <p:cNvSpPr txBox="1"/>
          <p:nvPr>
            <p:ph type="subTitle" idx="6"/>
          </p:nvPr>
        </p:nvSpPr>
        <p:spPr>
          <a:xfrm>
            <a:off x="845820" y="8271510"/>
            <a:ext cx="4423924" cy="8401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150"/>
              </a:lnSpc>
              <a:buNone/>
            </a:pPr>
            <a:r>
              <a:rPr lang="en" sz="2250" dirty="0">
                <a:solidFill>
                  <a:srgbClr val="D8E2E9"/>
                </a:solidFill>
                <a:latin typeface="+mj-lt"/>
                <a:ea typeface="+mj-ea"/>
                <a:cs typeface="+mj-cs"/>
              </a:rPr>
              <a:t>Growth is no longer the constraint.</a:t>
            </a:r>
            <a:br>
              <a:rPr lang="en" sz="2250" dirty="0">
                <a:solidFill>
                  <a:srgbClr val="D8E2E9"/>
                </a:solidFill>
                <a:latin typeface="+mj-lt"/>
                <a:ea typeface="+mj-ea"/>
                <a:cs typeface="+mj-cs"/>
              </a:rPr>
            </a:br>
            <a:r>
              <a:rPr lang="en" sz="2250" dirty="0">
                <a:solidFill>
                  <a:srgbClr val="D8E2E9"/>
                </a:solidFill>
                <a:latin typeface="+mj-lt"/>
                <a:ea typeface="+mj-ea"/>
                <a:cs typeface="+mj-cs"/>
              </a:rPr>
              <a:t>The operating model is.</a:t>
            </a:r>
          </a:p>
        </p:txBody>
      </p:sp>
      <p:sp>
        <p:nvSpPr>
          <p:cNvPr id="13" name="br-cover-p7 Placeholder Carrier"/>
          <p:cNvSpPr txBox="1"/>
          <p:nvPr>
            <p:ph type="body" idx="7"/>
          </p:nvPr>
        </p:nvSpPr>
        <p:spPr>
          <a:xfrm>
            <a:off x="852488" y="10763250"/>
            <a:ext cx="505770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20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INSIDE / THE BRIDGE · WHERE TO PLAY · THE PLAN · THE TESTS</a:t>
            </a:r>
          </a:p>
        </p:txBody>
      </p:sp>
      <p:sp>
        <p:nvSpPr>
          <p:cNvPr id="14" name="br-cover-p8 Placeholder Carrier"/>
          <p:cNvSpPr txBox="1"/>
          <p:nvPr>
            <p:ph type="body" idx="8"/>
          </p:nvPr>
        </p:nvSpPr>
        <p:spPr>
          <a:xfrm>
            <a:off x="839724" y="12541250"/>
            <a:ext cx="1506395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4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4.2 pts</a:t>
            </a:r>
          </a:p>
        </p:txBody>
      </p:sp>
      <p:sp>
        <p:nvSpPr>
          <p:cNvPr id="15" name="br-cover-p9 Placeholder Carrier"/>
          <p:cNvSpPr txBox="1"/>
          <p:nvPr>
            <p:ph type="body" idx="9"/>
          </p:nvPr>
        </p:nvSpPr>
        <p:spPr>
          <a:xfrm>
            <a:off x="852488" y="13182600"/>
            <a:ext cx="101445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35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MARGIN GAP</a:t>
            </a:r>
          </a:p>
        </p:txBody>
      </p:sp>
      <p:sp>
        <p:nvSpPr>
          <p:cNvPr id="16" name="br-cover-p10 Placeholder Carrier"/>
          <p:cNvSpPr txBox="1"/>
          <p:nvPr>
            <p:ph type="body" idx="10"/>
          </p:nvPr>
        </p:nvSpPr>
        <p:spPr>
          <a:xfrm>
            <a:off x="3697224" y="12541250"/>
            <a:ext cx="173935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4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23 days</a:t>
            </a:r>
          </a:p>
        </p:txBody>
      </p:sp>
      <p:sp>
        <p:nvSpPr>
          <p:cNvPr id="17" name="br-cover-p11 Placeholder Carrier"/>
          <p:cNvSpPr txBox="1"/>
          <p:nvPr>
            <p:ph type="body" idx="11"/>
          </p:nvPr>
        </p:nvSpPr>
        <p:spPr>
          <a:xfrm>
            <a:off x="3709988" y="13182600"/>
            <a:ext cx="13687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35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DELIVERY DELAY</a:t>
            </a:r>
          </a:p>
        </p:txBody>
      </p:sp>
      <p:sp>
        <p:nvSpPr>
          <p:cNvPr id="18" name="br-cover-p12 Placeholder Carrier"/>
          <p:cNvSpPr txBox="1"/>
          <p:nvPr>
            <p:ph type="body" idx="12"/>
          </p:nvPr>
        </p:nvSpPr>
        <p:spPr>
          <a:xfrm>
            <a:off x="6554724" y="12541250"/>
            <a:ext cx="1739357" cy="6747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4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90 days</a:t>
            </a:r>
          </a:p>
        </p:txBody>
      </p:sp>
      <p:sp>
        <p:nvSpPr>
          <p:cNvPr id="19" name="br-cover-p13 Placeholder Carrier"/>
          <p:cNvSpPr txBox="1"/>
          <p:nvPr>
            <p:ph type="body" idx="13"/>
          </p:nvPr>
        </p:nvSpPr>
        <p:spPr>
          <a:xfrm>
            <a:off x="6567488" y="13182600"/>
            <a:ext cx="121423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35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TO FIRST GATE</a:t>
            </a:r>
          </a:p>
        </p:txBody>
      </p:sp>
      <p:sp>
        <p:nvSpPr>
          <p:cNvPr id="20" name="Line 20"/>
          <p:cNvSpPr/>
          <p:nvPr/>
        </p:nvSpPr>
        <p:spPr>
          <a:xfrm>
            <a:off x="857250" y="148590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FFFFFF">
                <a:alpha val="35000"/>
              </a:srgbClr>
            </a:solidFill>
          </a:ln>
        </p:spPr>
      </p:sp>
      <p:sp>
        <p:nvSpPr>
          <p:cNvPr id="21" name="br-cover-p14 Placeholder Carrier"/>
          <p:cNvSpPr txBox="1"/>
          <p:nvPr>
            <p:ph type="body" idx="14"/>
          </p:nvPr>
        </p:nvSpPr>
        <p:spPr>
          <a:xfrm>
            <a:off x="852297" y="15208250"/>
            <a:ext cx="55331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12" dirty="0">
                <a:solidFill>
                  <a:srgbClr val="C8D5DE"/>
                </a:solidFill>
                <a:latin typeface="+mn-lt"/>
                <a:ea typeface="+mn-ea"/>
                <a:cs typeface="+mn-cs"/>
              </a:rPr>
              <a:t>A4 / BOARDROOM EDITION · RESEARCH-LED, EDITORIALLY EDITED</a:t>
            </a:r>
          </a:p>
        </p:txBody>
      </p:sp>
      <p:sp>
        <p:nvSpPr>
          <p:cNvPr id="22" name="br-cover-p15 Placeholder Carrier"/>
          <p:cNvSpPr txBox="1"/>
          <p:nvPr>
            <p:ph type="sldNum" idx="15"/>
          </p:nvPr>
        </p:nvSpPr>
        <p:spPr>
          <a:xfrm>
            <a:off x="10791177" y="15208250"/>
            <a:ext cx="16790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fld id="{18D7792C-1F2D-49C7-8CDC-BE0807267C25}" type="slidenum">
              <a:rPr lang="e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</a:t>
            </a:fld>
          </a:p>
        </p:txBody>
      </p: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argument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argument-p1 Placeholder Carrier"/>
          <p:cNvSpPr txBox="1"/>
          <p:nvPr>
            <p:ph type="body" idx="1"/>
          </p:nvPr>
        </p:nvSpPr>
        <p:spPr>
          <a:xfrm>
            <a:off x="1099566" y="730250"/>
            <a:ext cx="29575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THE ARGUMENT / IN ONE PAGE</a:t>
            </a:r>
          </a:p>
        </p:txBody>
      </p:sp>
      <p:sp>
        <p:nvSpPr>
          <p:cNvPr id="6" name="br-argument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02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argument-p3 Placeholder Carrier"/>
          <p:cNvSpPr txBox="1"/>
          <p:nvPr>
            <p:ph type="body" idx="3"/>
          </p:nvPr>
        </p:nvSpPr>
        <p:spPr>
          <a:xfrm>
            <a:off x="852297" y="1301750"/>
            <a:ext cx="139092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THE ARGUMENT</a:t>
            </a:r>
          </a:p>
        </p:txBody>
      </p:sp>
      <p:sp>
        <p:nvSpPr>
          <p:cNvPr id="9" name="br-argument-p4 Placeholder Carrier"/>
          <p:cNvSpPr txBox="1"/>
          <p:nvPr>
            <p:ph type="title" idx="4"/>
          </p:nvPr>
        </p:nvSpPr>
        <p:spPr>
          <a:xfrm>
            <a:off x="838200" y="1557528"/>
            <a:ext cx="8582174" cy="13975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4779"/>
              </a:lnSpc>
            </a:pPr>
            <a:r>
              <a:rPr lang="en" sz="405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Growth is no longer the constraint.</a:t>
            </a:r>
            <a:br>
              <a:rPr lang="en" sz="405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</a:br>
            <a:r>
              <a:rPr lang="en" sz="405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Execution is.</a:t>
            </a:r>
          </a:p>
        </p:txBody>
      </p:sp>
      <p:sp>
        <p:nvSpPr>
          <p:cNvPr id="10" name="br-argument-p5 Placeholder Carrier"/>
          <p:cNvSpPr txBox="1"/>
          <p:nvPr>
            <p:ph type="body" idx="5"/>
          </p:nvPr>
        </p:nvSpPr>
        <p:spPr>
          <a:xfrm>
            <a:off x="848868" y="3511804"/>
            <a:ext cx="5792842" cy="8884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228"/>
              </a:lnSpc>
              <a:buNone/>
            </a:pPr>
            <a:r>
              <a:rPr lang="en" sz="16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Order intake is healthy. The gap between demand and revenue</a:t>
            </a:r>
            <a:br>
              <a:rPr lang="en" sz="16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6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now sits inside the operating model — in the way we choose,</a:t>
            </a:r>
            <a:br>
              <a:rPr lang="en" sz="16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6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staff and ship work.</a:t>
            </a:r>
          </a:p>
        </p:txBody>
      </p:sp>
      <p:sp>
        <p:nvSpPr>
          <p:cNvPr id="11" name="br-argument-d4"/>
          <p:cNvSpPr/>
          <p:nvPr/>
        </p:nvSpPr>
        <p:spPr>
          <a:xfrm>
            <a:off x="857250" y="5334000"/>
            <a:ext cx="571500" cy="381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12" name="br-argument-p6 Placeholder Carrier"/>
          <p:cNvSpPr txBox="1"/>
          <p:nvPr>
            <p:ph type="body" idx="6"/>
          </p:nvPr>
        </p:nvSpPr>
        <p:spPr>
          <a:xfrm>
            <a:off x="848106" y="560070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3" name="br-argument-p7 Placeholder Carrier"/>
          <p:cNvSpPr txBox="1"/>
          <p:nvPr>
            <p:ph type="body" idx="7"/>
          </p:nvPr>
        </p:nvSpPr>
        <p:spPr>
          <a:xfrm>
            <a:off x="846963" y="6100064"/>
            <a:ext cx="1788032" cy="7103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75"/>
              </a:lnSpc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Demand is not</a:t>
            </a:r>
            <a:b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</a:b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the problem.</a:t>
            </a:r>
          </a:p>
        </p:txBody>
      </p:sp>
      <p:sp>
        <p:nvSpPr>
          <p:cNvPr id="14" name="br-argument-p8 Placeholder Carrier"/>
          <p:cNvSpPr txBox="1"/>
          <p:nvPr>
            <p:ph type="body" idx="8"/>
          </p:nvPr>
        </p:nvSpPr>
        <p:spPr>
          <a:xfrm>
            <a:off x="850392" y="7186676"/>
            <a:ext cx="1918920" cy="10641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100"/>
              </a:lnSpc>
              <a:buNone/>
            </a:pP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Order intake grew 7.4%</a:t>
            </a:r>
            <a:b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while revenue grew 2.1%.</a:t>
            </a:r>
            <a:b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The gap is delivery, not</a:t>
            </a:r>
            <a:b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appetite.</a:t>
            </a:r>
          </a:p>
        </p:txBody>
      </p:sp>
      <p:sp>
        <p:nvSpPr>
          <p:cNvPr id="15" name="br-argument-d5"/>
          <p:cNvSpPr/>
          <p:nvPr/>
        </p:nvSpPr>
        <p:spPr>
          <a:xfrm>
            <a:off x="4381500" y="5334000"/>
            <a:ext cx="571500" cy="381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16" name="br-argument-p9 Placeholder Carrier"/>
          <p:cNvSpPr txBox="1"/>
          <p:nvPr>
            <p:ph type="body" idx="9"/>
          </p:nvPr>
        </p:nvSpPr>
        <p:spPr>
          <a:xfrm>
            <a:off x="4372356" y="560070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7" name="br-argument-p10 Placeholder Carrier"/>
          <p:cNvSpPr txBox="1"/>
          <p:nvPr>
            <p:ph type="body" idx="10"/>
          </p:nvPr>
        </p:nvSpPr>
        <p:spPr>
          <a:xfrm>
            <a:off x="4371213" y="6100064"/>
            <a:ext cx="1688597" cy="7103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75"/>
              </a:lnSpc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Complexity is</a:t>
            </a:r>
            <a:b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</a:b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the tax.</a:t>
            </a:r>
          </a:p>
        </p:txBody>
      </p:sp>
      <p:sp>
        <p:nvSpPr>
          <p:cNvPr id="18" name="br-argument-p11 Placeholder Carrier"/>
          <p:cNvSpPr txBox="1"/>
          <p:nvPr>
            <p:ph type="body" idx="11"/>
          </p:nvPr>
        </p:nvSpPr>
        <p:spPr>
          <a:xfrm>
            <a:off x="4374642" y="7186676"/>
            <a:ext cx="2119756" cy="10641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100"/>
              </a:lnSpc>
              <a:buNone/>
            </a:pP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Six planning cycles and</a:t>
            </a:r>
            <a:b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fourteen approval gates add</a:t>
            </a:r>
            <a:b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twenty-three days to every</a:t>
            </a:r>
            <a:b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launch.</a:t>
            </a:r>
          </a:p>
        </p:txBody>
      </p:sp>
      <p:sp>
        <p:nvSpPr>
          <p:cNvPr id="19" name="br-argument-d6"/>
          <p:cNvSpPr/>
          <p:nvPr/>
        </p:nvSpPr>
        <p:spPr>
          <a:xfrm>
            <a:off x="7905750" y="5334000"/>
            <a:ext cx="571500" cy="381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20" name="br-argument-p12 Placeholder Carrier"/>
          <p:cNvSpPr txBox="1"/>
          <p:nvPr>
            <p:ph type="body" idx="12"/>
          </p:nvPr>
        </p:nvSpPr>
        <p:spPr>
          <a:xfrm>
            <a:off x="7896606" y="560070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1" name="br-argument-p13 Placeholder Carrier"/>
          <p:cNvSpPr txBox="1"/>
          <p:nvPr>
            <p:ph type="body" idx="13"/>
          </p:nvPr>
        </p:nvSpPr>
        <p:spPr>
          <a:xfrm>
            <a:off x="7895463" y="6100064"/>
            <a:ext cx="1275106" cy="7103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75"/>
              </a:lnSpc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The fix is</a:t>
            </a:r>
            <a:b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</a:b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structural.</a:t>
            </a:r>
          </a:p>
        </p:txBody>
      </p:sp>
      <p:sp>
        <p:nvSpPr>
          <p:cNvPr id="22" name="br-argument-p14 Placeholder Carrier"/>
          <p:cNvSpPr txBox="1"/>
          <p:nvPr>
            <p:ph type="body" idx="14"/>
          </p:nvPr>
        </p:nvSpPr>
        <p:spPr>
          <a:xfrm>
            <a:off x="7898892" y="7186676"/>
            <a:ext cx="2169391" cy="10641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100"/>
              </a:lnSpc>
              <a:buNone/>
            </a:pP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Simplify the portfolio,</a:t>
            </a:r>
            <a:b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rebuild the operating</a:t>
            </a:r>
            <a:b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rhythm, and fund the boring</a:t>
            </a:r>
            <a:b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35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core.</a:t>
            </a:r>
          </a:p>
        </p:txBody>
      </p:sp>
      <p:sp>
        <p:nvSpPr>
          <p:cNvPr id="23" name="Line 23"/>
          <p:cNvSpPr/>
          <p:nvPr/>
        </p:nvSpPr>
        <p:spPr>
          <a:xfrm>
            <a:off x="857250" y="96202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4" name="br-argument-p15 Placeholder Carrier"/>
          <p:cNvSpPr txBox="1"/>
          <p:nvPr>
            <p:ph type="body" idx="15"/>
          </p:nvPr>
        </p:nvSpPr>
        <p:spPr>
          <a:xfrm>
            <a:off x="838200" y="9969500"/>
            <a:ext cx="1270126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54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4.2</a:t>
            </a:r>
          </a:p>
        </p:txBody>
      </p:sp>
      <p:sp>
        <p:nvSpPr>
          <p:cNvPr id="25" name="br-argument-p16 Placeholder Carrier"/>
          <p:cNvSpPr txBox="1"/>
          <p:nvPr>
            <p:ph type="body" idx="16"/>
          </p:nvPr>
        </p:nvSpPr>
        <p:spPr>
          <a:xfrm>
            <a:off x="852488" y="10801350"/>
            <a:ext cx="148531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3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PTS / MARGIN GAP</a:t>
            </a:r>
          </a:p>
        </p:txBody>
      </p:sp>
      <p:sp>
        <p:nvSpPr>
          <p:cNvPr id="26" name="br-argument-p17 Placeholder Carrier"/>
          <p:cNvSpPr txBox="1"/>
          <p:nvPr>
            <p:ph type="body" idx="17"/>
          </p:nvPr>
        </p:nvSpPr>
        <p:spPr>
          <a:xfrm>
            <a:off x="4362450" y="9969500"/>
            <a:ext cx="998988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54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23</a:t>
            </a:r>
          </a:p>
        </p:txBody>
      </p:sp>
      <p:sp>
        <p:nvSpPr>
          <p:cNvPr id="27" name="br-argument-p18 Placeholder Carrier"/>
          <p:cNvSpPr txBox="1"/>
          <p:nvPr>
            <p:ph type="body" idx="18"/>
          </p:nvPr>
        </p:nvSpPr>
        <p:spPr>
          <a:xfrm>
            <a:off x="4376738" y="10801350"/>
            <a:ext cx="196558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3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DAYS / DELIVERY DELAY</a:t>
            </a:r>
          </a:p>
        </p:txBody>
      </p:sp>
      <p:sp>
        <p:nvSpPr>
          <p:cNvPr id="28" name="br-argument-p19 Placeholder Carrier"/>
          <p:cNvSpPr txBox="1"/>
          <p:nvPr>
            <p:ph type="body" idx="19"/>
          </p:nvPr>
        </p:nvSpPr>
        <p:spPr>
          <a:xfrm>
            <a:off x="7886700" y="9969500"/>
            <a:ext cx="517776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54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3</a:t>
            </a:r>
          </a:p>
        </p:txBody>
      </p:sp>
      <p:sp>
        <p:nvSpPr>
          <p:cNvPr id="29" name="br-argument-p20 Placeholder Carrier"/>
          <p:cNvSpPr txBox="1"/>
          <p:nvPr>
            <p:ph type="body" idx="20"/>
          </p:nvPr>
        </p:nvSpPr>
        <p:spPr>
          <a:xfrm>
            <a:off x="7900988" y="10801350"/>
            <a:ext cx="24881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3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MOVES / TO RESET THE MODEL</a:t>
            </a:r>
          </a:p>
        </p:txBody>
      </p:sp>
      <p:sp>
        <p:nvSpPr>
          <p:cNvPr id="30" name="br-argument-d8"/>
          <p:cNvSpPr/>
          <p:nvPr/>
        </p:nvSpPr>
        <p:spPr>
          <a:xfrm>
            <a:off x="0" y="11811000"/>
            <a:ext cx="11811000" cy="26670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31" name="br-argument-p21 Placeholder Carrier"/>
          <p:cNvSpPr txBox="1"/>
          <p:nvPr>
            <p:ph type="body" idx="21"/>
          </p:nvPr>
        </p:nvSpPr>
        <p:spPr>
          <a:xfrm>
            <a:off x="851916" y="12217400"/>
            <a:ext cx="13544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THE DECISION</a:t>
            </a:r>
          </a:p>
        </p:txBody>
      </p:sp>
      <p:sp>
        <p:nvSpPr>
          <p:cNvPr id="32" name="br-argument-p22 Placeholder Carrier"/>
          <p:cNvSpPr txBox="1"/>
          <p:nvPr>
            <p:ph type="body" idx="22"/>
          </p:nvPr>
        </p:nvSpPr>
        <p:spPr>
          <a:xfrm>
            <a:off x="845439" y="12483592"/>
            <a:ext cx="2106403" cy="835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000"/>
              </a:lnSpc>
              <a:buNone/>
            </a:pPr>
            <a:r>
              <a:rPr lang="en" sz="232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Three questions</a:t>
            </a:r>
            <a:br>
              <a:rPr lang="en" sz="232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" sz="232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 the board.</a:t>
            </a:r>
          </a:p>
        </p:txBody>
      </p:sp>
      <p:sp>
        <p:nvSpPr>
          <p:cNvPr id="33" name="br-argument-p23 Placeholder Carrier"/>
          <p:cNvSpPr txBox="1"/>
          <p:nvPr>
            <p:ph type="body" idx="23"/>
          </p:nvPr>
        </p:nvSpPr>
        <p:spPr>
          <a:xfrm>
            <a:off x="5043297" y="12484100"/>
            <a:ext cx="17281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2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34" name="br-argument-p24 Placeholder Carrier"/>
          <p:cNvSpPr txBox="1"/>
          <p:nvPr>
            <p:ph type="body" idx="24"/>
          </p:nvPr>
        </p:nvSpPr>
        <p:spPr>
          <a:xfrm>
            <a:off x="5042154" y="12662662"/>
            <a:ext cx="1239774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Where will we</a:t>
            </a:r>
            <a:b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stop competing?</a:t>
            </a:r>
          </a:p>
        </p:txBody>
      </p:sp>
      <p:sp>
        <p:nvSpPr>
          <p:cNvPr id="35" name="br-argument-p25 Placeholder Carrier"/>
          <p:cNvSpPr txBox="1"/>
          <p:nvPr>
            <p:ph type="body" idx="25"/>
          </p:nvPr>
        </p:nvSpPr>
        <p:spPr>
          <a:xfrm>
            <a:off x="7043547" y="12484100"/>
            <a:ext cx="17281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2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36" name="br-argument-p26 Placeholder Carrier"/>
          <p:cNvSpPr txBox="1"/>
          <p:nvPr>
            <p:ph type="body" idx="26"/>
          </p:nvPr>
        </p:nvSpPr>
        <p:spPr>
          <a:xfrm>
            <a:off x="7042404" y="12662662"/>
            <a:ext cx="1663263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Which two bottlenecks</a:t>
            </a:r>
            <a:b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do we fund?</a:t>
            </a:r>
          </a:p>
        </p:txBody>
      </p:sp>
      <p:sp>
        <p:nvSpPr>
          <p:cNvPr id="37" name="br-argument-p27 Placeholder Carrier"/>
          <p:cNvSpPr txBox="1"/>
          <p:nvPr>
            <p:ph type="body" idx="27"/>
          </p:nvPr>
        </p:nvSpPr>
        <p:spPr>
          <a:xfrm>
            <a:off x="9043797" y="12484100"/>
            <a:ext cx="17281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2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38" name="br-argument-p28 Placeholder Carrier"/>
          <p:cNvSpPr txBox="1"/>
          <p:nvPr>
            <p:ph type="body" idx="28"/>
          </p:nvPr>
        </p:nvSpPr>
        <p:spPr>
          <a:xfrm>
            <a:off x="9042654" y="12662662"/>
            <a:ext cx="1358402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Who owns the</a:t>
            </a:r>
            <a:b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operating rhythm?</a:t>
            </a:r>
          </a:p>
        </p:txBody>
      </p:sp>
      <p:sp>
        <p:nvSpPr>
          <p:cNvPr id="39" name="Line 39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0" name="br-argument-p29 Placeholder Carrier"/>
          <p:cNvSpPr txBox="1"/>
          <p:nvPr>
            <p:ph type="body" idx="29"/>
          </p:nvPr>
        </p:nvSpPr>
        <p:spPr>
          <a:xfrm>
            <a:off x="852488" y="15824200"/>
            <a:ext cx="460412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BOARD MEMO · FIGURES ARE DEMONSTRATION DATA</a:t>
            </a:r>
          </a:p>
        </p:txBody>
      </p:sp>
      <p:sp>
        <p:nvSpPr>
          <p:cNvPr id="41" name="br-argument-p30 Placeholder Carrier"/>
          <p:cNvSpPr txBox="1"/>
          <p:nvPr>
            <p:ph type="body" idx="30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42" name="br-argument-p31 Placeholder Carrier"/>
          <p:cNvSpPr txBox="1"/>
          <p:nvPr>
            <p:ph type="sldNum" idx="31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contents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contents-p1 Placeholder Carrier"/>
          <p:cNvSpPr txBox="1"/>
          <p:nvPr>
            <p:ph type="body" idx="1"/>
          </p:nvPr>
        </p:nvSpPr>
        <p:spPr>
          <a:xfrm>
            <a:off x="1099566" y="730250"/>
            <a:ext cx="264037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CONTENTS / OCTOBER 2026</a:t>
            </a:r>
          </a:p>
        </p:txBody>
      </p:sp>
      <p:sp>
        <p:nvSpPr>
          <p:cNvPr id="6" name="br-contents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03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contents-p3 Placeholder Carrier"/>
          <p:cNvSpPr txBox="1"/>
          <p:nvPr>
            <p:ph type="body" idx="3"/>
          </p:nvPr>
        </p:nvSpPr>
        <p:spPr>
          <a:xfrm>
            <a:off x="852297" y="1416050"/>
            <a:ext cx="94086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CONTENTS</a:t>
            </a:r>
          </a:p>
        </p:txBody>
      </p:sp>
      <p:sp>
        <p:nvSpPr>
          <p:cNvPr id="9" name="br-contents-p4 Placeholder Carrier"/>
          <p:cNvSpPr txBox="1"/>
          <p:nvPr>
            <p:ph type="title" idx="4"/>
          </p:nvPr>
        </p:nvSpPr>
        <p:spPr>
          <a:xfrm>
            <a:off x="838200" y="1671828"/>
            <a:ext cx="6297122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405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Five decisions, in order.</a:t>
            </a:r>
          </a:p>
        </p:txBody>
      </p:sp>
      <p:sp>
        <p:nvSpPr>
          <p:cNvPr id="10" name="br-contents-p5 Placeholder Carrier"/>
          <p:cNvSpPr txBox="1"/>
          <p:nvPr>
            <p:ph type="body" idx="5"/>
          </p:nvPr>
        </p:nvSpPr>
        <p:spPr>
          <a:xfrm>
            <a:off x="848487" y="2624836"/>
            <a:ext cx="4491265" cy="9288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This is a working review, not a deck of themes.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Each section ends with a choice the board can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take, defer or reject.</a:t>
            </a:r>
          </a:p>
        </p:txBody>
      </p:sp>
      <p:sp>
        <p:nvSpPr>
          <p:cNvPr id="11" name="br-contents-p6 Placeholder Carrier"/>
          <p:cNvSpPr txBox="1"/>
          <p:nvPr>
            <p:ph type="body" idx="6"/>
          </p:nvPr>
        </p:nvSpPr>
        <p:spPr>
          <a:xfrm>
            <a:off x="845820" y="4235450"/>
            <a:ext cx="40402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25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  <p:sp>
        <p:nvSpPr>
          <p:cNvPr id="12" name="br-contents-p7 Placeholder Carrier"/>
          <p:cNvSpPr txBox="1"/>
          <p:nvPr>
            <p:ph type="body" idx="7"/>
          </p:nvPr>
        </p:nvSpPr>
        <p:spPr>
          <a:xfrm>
            <a:off x="1513713" y="4165600"/>
            <a:ext cx="1827789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The argument</a:t>
            </a:r>
          </a:p>
        </p:txBody>
      </p:sp>
      <p:sp>
        <p:nvSpPr>
          <p:cNvPr id="13" name="br-contents-p8 Placeholder Carrier"/>
          <p:cNvSpPr txBox="1"/>
          <p:nvPr>
            <p:ph type="body" idx="8"/>
          </p:nvPr>
        </p:nvSpPr>
        <p:spPr>
          <a:xfrm>
            <a:off x="1517523" y="4581144"/>
            <a:ext cx="281786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Demand is healthy; delivery is not.</a:t>
            </a:r>
          </a:p>
        </p:txBody>
      </p:sp>
      <p:sp>
        <p:nvSpPr>
          <p:cNvPr id="14" name="br-contents-p9 Placeholder Carrier"/>
          <p:cNvSpPr txBox="1"/>
          <p:nvPr>
            <p:ph type="body" idx="9"/>
          </p:nvPr>
        </p:nvSpPr>
        <p:spPr>
          <a:xfrm>
            <a:off x="7732314" y="4279900"/>
            <a:ext cx="1791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112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5" name="Line 15"/>
          <p:cNvSpPr/>
          <p:nvPr/>
        </p:nvSpPr>
        <p:spPr>
          <a:xfrm>
            <a:off x="857250" y="54483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6" name="br-contents-p10 Placeholder Carrier"/>
          <p:cNvSpPr txBox="1"/>
          <p:nvPr>
            <p:ph type="body" idx="10"/>
          </p:nvPr>
        </p:nvSpPr>
        <p:spPr>
          <a:xfrm>
            <a:off x="845820" y="6007100"/>
            <a:ext cx="44777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25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02</a:t>
            </a:r>
          </a:p>
        </p:txBody>
      </p:sp>
      <p:sp>
        <p:nvSpPr>
          <p:cNvPr id="17" name="br-contents-p11 Placeholder Carrier"/>
          <p:cNvSpPr txBox="1"/>
          <p:nvPr>
            <p:ph type="body" idx="11"/>
          </p:nvPr>
        </p:nvSpPr>
        <p:spPr>
          <a:xfrm>
            <a:off x="1513713" y="5937250"/>
            <a:ext cx="1752404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The evidence</a:t>
            </a:r>
          </a:p>
        </p:txBody>
      </p:sp>
      <p:sp>
        <p:nvSpPr>
          <p:cNvPr id="18" name="br-contents-p12 Placeholder Carrier"/>
          <p:cNvSpPr txBox="1"/>
          <p:nvPr>
            <p:ph type="body" idx="12"/>
          </p:nvPr>
        </p:nvSpPr>
        <p:spPr>
          <a:xfrm>
            <a:off x="1517523" y="6352794"/>
            <a:ext cx="3309520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Where the twenty-three days actually go.</a:t>
            </a:r>
          </a:p>
        </p:txBody>
      </p:sp>
      <p:sp>
        <p:nvSpPr>
          <p:cNvPr id="19" name="br-contents-p13 Placeholder Carrier"/>
          <p:cNvSpPr txBox="1"/>
          <p:nvPr>
            <p:ph type="body" idx="13"/>
          </p:nvPr>
        </p:nvSpPr>
        <p:spPr>
          <a:xfrm>
            <a:off x="7732314" y="6051550"/>
            <a:ext cx="1791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112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0" name="Line 20"/>
          <p:cNvSpPr/>
          <p:nvPr/>
        </p:nvSpPr>
        <p:spPr>
          <a:xfrm>
            <a:off x="857250" y="72199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1" name="br-contents-p14 Placeholder Carrier"/>
          <p:cNvSpPr txBox="1"/>
          <p:nvPr>
            <p:ph type="body" idx="14"/>
          </p:nvPr>
        </p:nvSpPr>
        <p:spPr>
          <a:xfrm>
            <a:off x="845820" y="7778750"/>
            <a:ext cx="44713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25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03</a:t>
            </a:r>
          </a:p>
        </p:txBody>
      </p:sp>
      <p:sp>
        <p:nvSpPr>
          <p:cNvPr id="22" name="br-contents-p15 Placeholder Carrier"/>
          <p:cNvSpPr txBox="1"/>
          <p:nvPr>
            <p:ph type="body" idx="15"/>
          </p:nvPr>
        </p:nvSpPr>
        <p:spPr>
          <a:xfrm>
            <a:off x="1513713" y="7708900"/>
            <a:ext cx="1601185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The choices</a:t>
            </a:r>
          </a:p>
        </p:txBody>
      </p:sp>
      <p:sp>
        <p:nvSpPr>
          <p:cNvPr id="23" name="br-contents-p16 Placeholder Carrier"/>
          <p:cNvSpPr txBox="1"/>
          <p:nvPr>
            <p:ph type="body" idx="16"/>
          </p:nvPr>
        </p:nvSpPr>
        <p:spPr>
          <a:xfrm>
            <a:off x="1517523" y="8124444"/>
            <a:ext cx="3001294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Three operating models, one answer.</a:t>
            </a:r>
          </a:p>
        </p:txBody>
      </p:sp>
      <p:sp>
        <p:nvSpPr>
          <p:cNvPr id="24" name="br-contents-p17 Placeholder Carrier"/>
          <p:cNvSpPr txBox="1"/>
          <p:nvPr>
            <p:ph type="body" idx="17"/>
          </p:nvPr>
        </p:nvSpPr>
        <p:spPr>
          <a:xfrm>
            <a:off x="7732314" y="7823200"/>
            <a:ext cx="1791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112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sp>
        <p:nvSpPr>
          <p:cNvPr id="25" name="Line 25"/>
          <p:cNvSpPr/>
          <p:nvPr/>
        </p:nvSpPr>
        <p:spPr>
          <a:xfrm>
            <a:off x="857250" y="89916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6" name="br-contents-p18 Placeholder Carrier"/>
          <p:cNvSpPr txBox="1"/>
          <p:nvPr>
            <p:ph type="body" idx="18"/>
          </p:nvPr>
        </p:nvSpPr>
        <p:spPr>
          <a:xfrm>
            <a:off x="845820" y="9550400"/>
            <a:ext cx="45510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25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04</a:t>
            </a:r>
          </a:p>
        </p:txBody>
      </p:sp>
      <p:sp>
        <p:nvSpPr>
          <p:cNvPr id="27" name="br-contents-p19 Placeholder Carrier"/>
          <p:cNvSpPr txBox="1"/>
          <p:nvPr>
            <p:ph type="body" idx="19"/>
          </p:nvPr>
        </p:nvSpPr>
        <p:spPr>
          <a:xfrm>
            <a:off x="1513713" y="9480550"/>
            <a:ext cx="114758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The plan</a:t>
            </a:r>
          </a:p>
        </p:txBody>
      </p:sp>
      <p:sp>
        <p:nvSpPr>
          <p:cNvPr id="28" name="br-contents-p20 Placeholder Carrier"/>
          <p:cNvSpPr txBox="1"/>
          <p:nvPr>
            <p:ph type="body" idx="20"/>
          </p:nvPr>
        </p:nvSpPr>
        <p:spPr>
          <a:xfrm>
            <a:off x="1517523" y="9896094"/>
            <a:ext cx="3274649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Ninety days, three gates, named owners.</a:t>
            </a:r>
          </a:p>
        </p:txBody>
      </p:sp>
      <p:sp>
        <p:nvSpPr>
          <p:cNvPr id="29" name="br-contents-p21 Placeholder Carrier"/>
          <p:cNvSpPr txBox="1"/>
          <p:nvPr>
            <p:ph type="body" idx="21"/>
          </p:nvPr>
        </p:nvSpPr>
        <p:spPr>
          <a:xfrm>
            <a:off x="7732314" y="9594850"/>
            <a:ext cx="1791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112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sp>
        <p:nvSpPr>
          <p:cNvPr id="30" name="Line 30"/>
          <p:cNvSpPr/>
          <p:nvPr/>
        </p:nvSpPr>
        <p:spPr>
          <a:xfrm>
            <a:off x="857250" y="1076325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31" name="br-contents-p22 Placeholder Carrier"/>
          <p:cNvSpPr txBox="1"/>
          <p:nvPr>
            <p:ph type="body" idx="22"/>
          </p:nvPr>
        </p:nvSpPr>
        <p:spPr>
          <a:xfrm>
            <a:off x="845820" y="11322050"/>
            <a:ext cx="43900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25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05</a:t>
            </a:r>
          </a:p>
        </p:txBody>
      </p:sp>
      <p:sp>
        <p:nvSpPr>
          <p:cNvPr id="32" name="br-contents-p23 Placeholder Carrier"/>
          <p:cNvSpPr txBox="1"/>
          <p:nvPr>
            <p:ph type="body" idx="23"/>
          </p:nvPr>
        </p:nvSpPr>
        <p:spPr>
          <a:xfrm>
            <a:off x="1513713" y="11252200"/>
            <a:ext cx="107159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0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The test</a:t>
            </a:r>
          </a:p>
        </p:txBody>
      </p:sp>
      <p:sp>
        <p:nvSpPr>
          <p:cNvPr id="33" name="br-contents-p24 Placeholder Carrier"/>
          <p:cNvSpPr txBox="1"/>
          <p:nvPr>
            <p:ph type="body" idx="24"/>
          </p:nvPr>
        </p:nvSpPr>
        <p:spPr>
          <a:xfrm>
            <a:off x="1517523" y="11667744"/>
            <a:ext cx="2763655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Six numbers the board will watch.</a:t>
            </a:r>
          </a:p>
        </p:txBody>
      </p:sp>
      <p:sp>
        <p:nvSpPr>
          <p:cNvPr id="34" name="br-contents-p25 Placeholder Carrier"/>
          <p:cNvSpPr txBox="1"/>
          <p:nvPr>
            <p:ph type="body" idx="25"/>
          </p:nvPr>
        </p:nvSpPr>
        <p:spPr>
          <a:xfrm>
            <a:off x="7732314" y="11366500"/>
            <a:ext cx="17915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112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  <p:sp>
        <p:nvSpPr>
          <p:cNvPr id="35" name="Line 35"/>
          <p:cNvSpPr/>
          <p:nvPr/>
        </p:nvSpPr>
        <p:spPr>
          <a:xfrm>
            <a:off x="857250" y="12534900"/>
            <a:ext cx="7048500" cy="9525"/>
          </a:xfrm>
          <a:custGeom>
            <a:avLst/>
            <a:gdLst/>
            <a:ahLst/>
            <a:cxnLst/>
            <a:rect l="l" t="t" r="r" b="b"/>
            <a:pathLst>
              <a:path w="7048500" h="9525">
                <a:moveTo>
                  <a:pt x="0" y="0"/>
                </a:moveTo>
                <a:lnTo>
                  <a:pt x="7048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36" name="br-contents-d9"/>
          <p:cNvSpPr/>
          <p:nvPr/>
        </p:nvSpPr>
        <p:spPr>
          <a:xfrm>
            <a:off x="8382000" y="1428750"/>
            <a:ext cx="2571750" cy="1323975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37" name="br-contents-p26 Placeholder Carrier"/>
          <p:cNvSpPr txBox="1"/>
          <p:nvPr>
            <p:ph type="body" idx="26"/>
          </p:nvPr>
        </p:nvSpPr>
        <p:spPr>
          <a:xfrm>
            <a:off x="8662988" y="1924050"/>
            <a:ext cx="11189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6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AT A GLANCE</a:t>
            </a:r>
          </a:p>
        </p:txBody>
      </p:sp>
      <p:sp>
        <p:nvSpPr>
          <p:cNvPr id="38" name="Line 38"/>
          <p:cNvSpPr/>
          <p:nvPr/>
        </p:nvSpPr>
        <p:spPr>
          <a:xfrm>
            <a:off x="8667750" y="2247900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5C7180"/>
            </a:solidFill>
          </a:ln>
        </p:spPr>
      </p:sp>
      <p:sp>
        <p:nvSpPr>
          <p:cNvPr id="39" name="br-contents-p27 Placeholder Carrier"/>
          <p:cNvSpPr txBox="1"/>
          <p:nvPr>
            <p:ph type="body" idx="27"/>
          </p:nvPr>
        </p:nvSpPr>
        <p:spPr>
          <a:xfrm>
            <a:off x="8648700" y="2813050"/>
            <a:ext cx="1064788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45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4.2</a:t>
            </a:r>
          </a:p>
        </p:txBody>
      </p:sp>
      <p:sp>
        <p:nvSpPr>
          <p:cNvPr id="40" name="br-contents-p28 Placeholder Carrier"/>
          <p:cNvSpPr txBox="1"/>
          <p:nvPr>
            <p:ph type="body" idx="28"/>
          </p:nvPr>
        </p:nvSpPr>
        <p:spPr>
          <a:xfrm>
            <a:off x="8662988" y="3606800"/>
            <a:ext cx="19087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8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PTS / MARGIN GAP TO CLOSE</a:t>
            </a:r>
          </a:p>
        </p:txBody>
      </p:sp>
      <p:sp>
        <p:nvSpPr>
          <p:cNvPr id="41" name="Line 41"/>
          <p:cNvSpPr/>
          <p:nvPr/>
        </p:nvSpPr>
        <p:spPr>
          <a:xfrm>
            <a:off x="8667750" y="3943350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5C7180"/>
            </a:solidFill>
          </a:ln>
        </p:spPr>
      </p:sp>
      <p:sp>
        <p:nvSpPr>
          <p:cNvPr id="42" name="br-contents-p29 Placeholder Carrier"/>
          <p:cNvSpPr txBox="1"/>
          <p:nvPr>
            <p:ph type="body" idx="29"/>
          </p:nvPr>
        </p:nvSpPr>
        <p:spPr>
          <a:xfrm>
            <a:off x="8648700" y="4908550"/>
            <a:ext cx="838840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45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23</a:t>
            </a:r>
          </a:p>
        </p:txBody>
      </p:sp>
      <p:sp>
        <p:nvSpPr>
          <p:cNvPr id="43" name="br-contents-p30 Placeholder Carrier"/>
          <p:cNvSpPr txBox="1"/>
          <p:nvPr>
            <p:ph type="body" idx="30"/>
          </p:nvPr>
        </p:nvSpPr>
        <p:spPr>
          <a:xfrm>
            <a:off x="8662988" y="5702300"/>
            <a:ext cx="166556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8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DAYS / IN EVERY LAUNCH</a:t>
            </a:r>
          </a:p>
        </p:txBody>
      </p:sp>
      <p:sp>
        <p:nvSpPr>
          <p:cNvPr id="44" name="Line 44"/>
          <p:cNvSpPr/>
          <p:nvPr/>
        </p:nvSpPr>
        <p:spPr>
          <a:xfrm>
            <a:off x="8667750" y="6038850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5C7180"/>
            </a:solidFill>
          </a:ln>
        </p:spPr>
      </p:sp>
      <p:sp>
        <p:nvSpPr>
          <p:cNvPr id="45" name="br-contents-p31 Placeholder Carrier"/>
          <p:cNvSpPr txBox="1"/>
          <p:nvPr>
            <p:ph type="body" idx="31"/>
          </p:nvPr>
        </p:nvSpPr>
        <p:spPr>
          <a:xfrm>
            <a:off x="8648700" y="7004050"/>
            <a:ext cx="901696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45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90</a:t>
            </a:r>
          </a:p>
        </p:txBody>
      </p:sp>
      <p:sp>
        <p:nvSpPr>
          <p:cNvPr id="46" name="br-contents-p32 Placeholder Carrier"/>
          <p:cNvSpPr txBox="1"/>
          <p:nvPr>
            <p:ph type="body" idx="32"/>
          </p:nvPr>
        </p:nvSpPr>
        <p:spPr>
          <a:xfrm>
            <a:off x="8662988" y="7797800"/>
            <a:ext cx="177033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8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DAYS / TO THE FIRST GATE</a:t>
            </a:r>
          </a:p>
        </p:txBody>
      </p:sp>
      <p:sp>
        <p:nvSpPr>
          <p:cNvPr id="47" name="Line 47"/>
          <p:cNvSpPr/>
          <p:nvPr/>
        </p:nvSpPr>
        <p:spPr>
          <a:xfrm>
            <a:off x="8667750" y="8134350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5C7180"/>
            </a:solidFill>
          </a:ln>
        </p:spPr>
      </p:sp>
      <p:sp>
        <p:nvSpPr>
          <p:cNvPr id="48" name="br-contents-p33 Placeholder Carrier"/>
          <p:cNvSpPr txBox="1"/>
          <p:nvPr>
            <p:ph type="body" idx="33"/>
          </p:nvPr>
        </p:nvSpPr>
        <p:spPr>
          <a:xfrm>
            <a:off x="8662988" y="9740900"/>
            <a:ext cx="99714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READING TIME</a:t>
            </a:r>
          </a:p>
        </p:txBody>
      </p:sp>
      <p:sp>
        <p:nvSpPr>
          <p:cNvPr id="49" name="br-contents-p34 Placeholder Carrier"/>
          <p:cNvSpPr txBox="1"/>
          <p:nvPr>
            <p:ph type="body" idx="34"/>
          </p:nvPr>
        </p:nvSpPr>
        <p:spPr>
          <a:xfrm>
            <a:off x="8657844" y="10026650"/>
            <a:ext cx="85030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9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12 min</a:t>
            </a:r>
          </a:p>
        </p:txBody>
      </p:sp>
      <p:sp>
        <p:nvSpPr>
          <p:cNvPr id="50" name="br-contents-p35 Placeholder Carrier"/>
          <p:cNvSpPr txBox="1"/>
          <p:nvPr>
            <p:ph type="body" idx="35"/>
          </p:nvPr>
        </p:nvSpPr>
        <p:spPr>
          <a:xfrm>
            <a:off x="8662988" y="10979150"/>
            <a:ext cx="98989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BOARD PAPER</a:t>
            </a:r>
          </a:p>
        </p:txBody>
      </p:sp>
      <p:sp>
        <p:nvSpPr>
          <p:cNvPr id="51" name="br-contents-p36 Placeholder Carrier"/>
          <p:cNvSpPr txBox="1"/>
          <p:nvPr>
            <p:ph type="body" idx="36"/>
          </p:nvPr>
        </p:nvSpPr>
        <p:spPr>
          <a:xfrm>
            <a:off x="8660130" y="11140440"/>
            <a:ext cx="809244" cy="5410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950"/>
              </a:lnSpc>
              <a:buNone/>
            </a:pPr>
            <a:r>
              <a:rPr lang="e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Decision</a:t>
            </a:r>
            <a:br>
              <a:rPr lang="e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required</a:t>
            </a:r>
          </a:p>
        </p:txBody>
      </p:sp>
      <p:sp>
        <p:nvSpPr>
          <p:cNvPr id="52" name="Line 52"/>
          <p:cNvSpPr/>
          <p:nvPr/>
        </p:nvSpPr>
        <p:spPr>
          <a:xfrm>
            <a:off x="8667750" y="12382500"/>
            <a:ext cx="2000250" cy="9525"/>
          </a:xfrm>
          <a:custGeom>
            <a:avLst/>
            <a:gdLst/>
            <a:ahLst/>
            <a:cxnLst/>
            <a:rect l="l" t="t" r="r" b="b"/>
            <a:pathLst>
              <a:path w="2000250" h="9525">
                <a:moveTo>
                  <a:pt x="0" y="0"/>
                </a:moveTo>
                <a:lnTo>
                  <a:pt x="2000250" y="0"/>
                </a:lnTo>
              </a:path>
            </a:pathLst>
          </a:custGeom>
          <a:noFill/>
          <a:ln w="9525">
            <a:solidFill>
              <a:srgbClr val="5C7180"/>
            </a:solidFill>
          </a:ln>
        </p:spPr>
      </p:sp>
      <p:sp>
        <p:nvSpPr>
          <p:cNvPr id="53" name="br-contents-p37 Placeholder Carrier"/>
          <p:cNvSpPr txBox="1"/>
          <p:nvPr>
            <p:ph type="body" idx="37"/>
          </p:nvPr>
        </p:nvSpPr>
        <p:spPr>
          <a:xfrm>
            <a:off x="8662988" y="12629134"/>
            <a:ext cx="993854" cy="7191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425"/>
              </a:lnSpc>
              <a:buNone/>
            </a:pPr>
            <a:r>
              <a:rPr lang="en" sz="900" dirty="0">
                <a:solidFill>
                  <a:srgbClr val="9FB1BE"/>
                </a:solidFill>
                <a:latin typeface="+mj-lt"/>
                <a:ea typeface="+mj-ea"/>
                <a:cs typeface="+mj-cs"/>
              </a:rPr>
              <a:t>All figures are</a:t>
            </a:r>
            <a:br>
              <a:rPr lang="en" sz="900" dirty="0">
                <a:solidFill>
                  <a:srgbClr val="9FB1BE"/>
                </a:solidFill>
                <a:latin typeface="+mj-lt"/>
                <a:ea typeface="+mj-ea"/>
                <a:cs typeface="+mj-cs"/>
              </a:rPr>
            </a:br>
            <a:r>
              <a:rPr lang="en" sz="900" dirty="0">
                <a:solidFill>
                  <a:srgbClr val="9FB1BE"/>
                </a:solidFill>
                <a:latin typeface="+mj-lt"/>
                <a:ea typeface="+mj-ea"/>
                <a:cs typeface="+mj-cs"/>
              </a:rPr>
              <a:t>illustrative and</a:t>
            </a:r>
            <a:br>
              <a:rPr lang="en" sz="900" dirty="0">
                <a:solidFill>
                  <a:srgbClr val="9FB1BE"/>
                </a:solidFill>
                <a:latin typeface="+mj-lt"/>
                <a:ea typeface="+mj-ea"/>
                <a:cs typeface="+mj-cs"/>
              </a:rPr>
            </a:br>
            <a:r>
              <a:rPr lang="en" sz="900" dirty="0">
                <a:solidFill>
                  <a:srgbClr val="9FB1BE"/>
                </a:solidFill>
                <a:latin typeface="+mj-lt"/>
                <a:ea typeface="+mj-ea"/>
                <a:cs typeface="+mj-cs"/>
              </a:rPr>
              <a:t>constructed for this</a:t>
            </a:r>
            <a:br>
              <a:rPr lang="en" sz="900" dirty="0">
                <a:solidFill>
                  <a:srgbClr val="9FB1BE"/>
                </a:solidFill>
                <a:latin typeface="+mj-lt"/>
                <a:ea typeface="+mj-ea"/>
                <a:cs typeface="+mj-cs"/>
              </a:rPr>
            </a:br>
            <a:r>
              <a:rPr lang="en" sz="900" dirty="0">
                <a:solidFill>
                  <a:srgbClr val="9FB1BE"/>
                </a:solidFill>
                <a:latin typeface="+mj-lt"/>
                <a:ea typeface="+mj-ea"/>
                <a:cs typeface="+mj-cs"/>
              </a:rPr>
              <a:t>template.</a:t>
            </a:r>
          </a:p>
        </p:txBody>
      </p:sp>
      <p:sp>
        <p:nvSpPr>
          <p:cNvPr id="54" name="Line 54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55" name="br-contents-p38 Placeholder Carrier"/>
          <p:cNvSpPr txBox="1"/>
          <p:nvPr>
            <p:ph type="body" idx="38"/>
          </p:nvPr>
        </p:nvSpPr>
        <p:spPr>
          <a:xfrm>
            <a:off x="852488" y="15824200"/>
            <a:ext cx="30940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BOARDROOM STRATEGY REVIEW · CONTENTS</a:t>
            </a:r>
          </a:p>
        </p:txBody>
      </p:sp>
      <p:sp>
        <p:nvSpPr>
          <p:cNvPr id="56" name="br-contents-p39 Placeholder Carrier"/>
          <p:cNvSpPr txBox="1"/>
          <p:nvPr>
            <p:ph type="body" idx="39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57" name="br-contents-p40 Placeholder Carrier"/>
          <p:cNvSpPr txBox="1"/>
          <p:nvPr>
            <p:ph type="sldNum" idx="40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briefing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briefing-p1 Placeholder Carrier"/>
          <p:cNvSpPr txBox="1"/>
          <p:nvPr>
            <p:ph type="body" idx="1"/>
          </p:nvPr>
        </p:nvSpPr>
        <p:spPr>
          <a:xfrm>
            <a:off x="1099566" y="730250"/>
            <a:ext cx="19478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BRIEFING / THE GAP</a:t>
            </a:r>
          </a:p>
        </p:txBody>
      </p:sp>
      <p:sp>
        <p:nvSpPr>
          <p:cNvPr id="6" name="br-briefing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04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briefing-p3 Placeholder Carrier"/>
          <p:cNvSpPr txBox="1"/>
          <p:nvPr>
            <p:ph type="body" idx="3"/>
          </p:nvPr>
        </p:nvSpPr>
        <p:spPr>
          <a:xfrm>
            <a:off x="852297" y="1301750"/>
            <a:ext cx="84019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BRIEFING</a:t>
            </a:r>
          </a:p>
        </p:txBody>
      </p:sp>
      <p:sp>
        <p:nvSpPr>
          <p:cNvPr id="9" name="br-briefing-p4 Placeholder Carrier"/>
          <p:cNvSpPr txBox="1"/>
          <p:nvPr>
            <p:ph type="title" idx="4"/>
          </p:nvPr>
        </p:nvSpPr>
        <p:spPr>
          <a:xfrm>
            <a:off x="838200" y="1557528"/>
            <a:ext cx="4983472" cy="13975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4779"/>
              </a:lnSpc>
            </a:pPr>
            <a:r>
              <a:rPr lang="en" sz="405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Orders are up 7.4%.</a:t>
            </a:r>
            <a:br>
              <a:rPr lang="en" sz="405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</a:br>
            <a:r>
              <a:rPr lang="en" sz="405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Revenue is up 2.1%.</a:t>
            </a:r>
          </a:p>
        </p:txBody>
      </p:sp>
      <p:sp>
        <p:nvSpPr>
          <p:cNvPr id="10" name="br-briefing-p5 Placeholder Carrier"/>
          <p:cNvSpPr txBox="1"/>
          <p:nvPr>
            <p:ph type="body" idx="5"/>
          </p:nvPr>
        </p:nvSpPr>
        <p:spPr>
          <a:xfrm>
            <a:off x="848487" y="3348736"/>
            <a:ext cx="5102853" cy="9288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The difference is not a demand problem. It is the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cumulative cost of six planning cycles, fourteen gates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and no single owner.</a:t>
            </a:r>
          </a:p>
        </p:txBody>
      </p:sp>
      <p:sp>
        <p:nvSpPr>
          <p:cNvPr id="11" name="br-briefing-p6 Placeholder Carrier"/>
          <p:cNvSpPr txBox="1"/>
          <p:nvPr>
            <p:ph type="body" idx="6"/>
          </p:nvPr>
        </p:nvSpPr>
        <p:spPr>
          <a:xfrm>
            <a:off x="852488" y="4724400"/>
            <a:ext cx="37749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ORDER INTAKE VS REVENUE / INDEX, 2022 = 100</a:t>
            </a:r>
          </a:p>
        </p:txBody>
      </p:sp>
      <p:sp>
        <p:nvSpPr>
          <p:cNvPr id="12" name="Line 12"/>
          <p:cNvSpPr/>
          <p:nvPr/>
        </p:nvSpPr>
        <p:spPr>
          <a:xfrm>
            <a:off x="1333500" y="5334000"/>
            <a:ext cx="6191250" cy="9525"/>
          </a:xfrm>
          <a:custGeom>
            <a:avLst/>
            <a:gdLst/>
            <a:ahLst/>
            <a:cxnLst/>
            <a:rect l="l" t="t" r="r" b="b"/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/>
          <a:ln w="9525">
            <a:solidFill>
              <a:srgbClr val="D5DCE1">
                <a:alpha val="80000"/>
              </a:srgbClr>
            </a:solidFill>
          </a:ln>
        </p:spPr>
      </p:sp>
      <p:sp>
        <p:nvSpPr>
          <p:cNvPr id="13" name="br-briefing-p7 Placeholder Carrier"/>
          <p:cNvSpPr txBox="1"/>
          <p:nvPr>
            <p:ph type="body" idx="7"/>
          </p:nvPr>
        </p:nvSpPr>
        <p:spPr>
          <a:xfrm>
            <a:off x="1045967" y="5283200"/>
            <a:ext cx="17799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130</a:t>
            </a:r>
          </a:p>
        </p:txBody>
      </p:sp>
      <p:sp>
        <p:nvSpPr>
          <p:cNvPr id="14" name="Line 14"/>
          <p:cNvSpPr/>
          <p:nvPr/>
        </p:nvSpPr>
        <p:spPr>
          <a:xfrm>
            <a:off x="1333500" y="6731000"/>
            <a:ext cx="6191250" cy="9525"/>
          </a:xfrm>
          <a:custGeom>
            <a:avLst/>
            <a:gdLst/>
            <a:ahLst/>
            <a:cxnLst/>
            <a:rect l="l" t="t" r="r" b="b"/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/>
          <a:ln w="9525">
            <a:solidFill>
              <a:srgbClr val="D5DCE1">
                <a:alpha val="80000"/>
              </a:srgbClr>
            </a:solidFill>
          </a:ln>
        </p:spPr>
      </p:sp>
      <p:sp>
        <p:nvSpPr>
          <p:cNvPr id="15" name="br-briefing-p8 Placeholder Carrier"/>
          <p:cNvSpPr txBox="1"/>
          <p:nvPr>
            <p:ph type="body" idx="8"/>
          </p:nvPr>
        </p:nvSpPr>
        <p:spPr>
          <a:xfrm>
            <a:off x="1045967" y="6680200"/>
            <a:ext cx="17799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120</a:t>
            </a:r>
          </a:p>
        </p:txBody>
      </p:sp>
      <p:sp>
        <p:nvSpPr>
          <p:cNvPr id="16" name="Line 16"/>
          <p:cNvSpPr/>
          <p:nvPr/>
        </p:nvSpPr>
        <p:spPr>
          <a:xfrm>
            <a:off x="1333500" y="8128000"/>
            <a:ext cx="6191250" cy="9525"/>
          </a:xfrm>
          <a:custGeom>
            <a:avLst/>
            <a:gdLst/>
            <a:ahLst/>
            <a:cxnLst/>
            <a:rect l="l" t="t" r="r" b="b"/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/>
          <a:ln w="9525">
            <a:solidFill>
              <a:srgbClr val="D5DCE1">
                <a:alpha val="80000"/>
              </a:srgbClr>
            </a:solidFill>
          </a:ln>
        </p:spPr>
      </p:sp>
      <p:sp>
        <p:nvSpPr>
          <p:cNvPr id="17" name="br-briefing-p9 Placeholder Carrier"/>
          <p:cNvSpPr txBox="1"/>
          <p:nvPr>
            <p:ph type="body" idx="9"/>
          </p:nvPr>
        </p:nvSpPr>
        <p:spPr>
          <a:xfrm>
            <a:off x="1045967" y="8077200"/>
            <a:ext cx="17799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110</a:t>
            </a:r>
          </a:p>
        </p:txBody>
      </p:sp>
      <p:sp>
        <p:nvSpPr>
          <p:cNvPr id="18" name="Line 18"/>
          <p:cNvSpPr/>
          <p:nvPr/>
        </p:nvSpPr>
        <p:spPr>
          <a:xfrm>
            <a:off x="1333500" y="9525000"/>
            <a:ext cx="6191250" cy="9525"/>
          </a:xfrm>
          <a:custGeom>
            <a:avLst/>
            <a:gdLst/>
            <a:ahLst/>
            <a:cxnLst/>
            <a:rect l="l" t="t" r="r" b="b"/>
            <a:pathLst>
              <a:path w="6191250" h="9525">
                <a:moveTo>
                  <a:pt x="0" y="0"/>
                </a:moveTo>
                <a:lnTo>
                  <a:pt x="6191250" y="0"/>
                </a:lnTo>
              </a:path>
            </a:pathLst>
          </a:custGeom>
          <a:noFill/>
          <a:ln w="9525">
            <a:solidFill>
              <a:srgbClr val="D5DCE1">
                <a:alpha val="80000"/>
              </a:srgbClr>
            </a:solidFill>
          </a:ln>
        </p:spPr>
      </p:sp>
      <p:sp>
        <p:nvSpPr>
          <p:cNvPr id="19" name="br-briefing-p10 Placeholder Carrier"/>
          <p:cNvSpPr txBox="1"/>
          <p:nvPr>
            <p:ph type="body" idx="10"/>
          </p:nvPr>
        </p:nvSpPr>
        <p:spPr>
          <a:xfrm>
            <a:off x="1045967" y="9474200"/>
            <a:ext cx="17799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100</a:t>
            </a:r>
          </a:p>
        </p:txBody>
      </p:sp>
      <p:sp>
        <p:nvSpPr>
          <p:cNvPr id="20" name="br-briefing-p11 Placeholder Carrier"/>
          <p:cNvSpPr txBox="1"/>
          <p:nvPr>
            <p:ph type="body" idx="11"/>
          </p:nvPr>
        </p:nvSpPr>
        <p:spPr>
          <a:xfrm>
            <a:off x="1216424" y="9740900"/>
            <a:ext cx="23415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2022</a:t>
            </a:r>
          </a:p>
        </p:txBody>
      </p:sp>
      <p:sp>
        <p:nvSpPr>
          <p:cNvPr id="21" name="br-briefing-p12 Placeholder Carrier"/>
          <p:cNvSpPr txBox="1"/>
          <p:nvPr>
            <p:ph type="body" idx="12"/>
          </p:nvPr>
        </p:nvSpPr>
        <p:spPr>
          <a:xfrm>
            <a:off x="2764237" y="9740900"/>
            <a:ext cx="23415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2023</a:t>
            </a:r>
          </a:p>
        </p:txBody>
      </p:sp>
      <p:sp>
        <p:nvSpPr>
          <p:cNvPr id="22" name="br-briefing-p13 Placeholder Carrier"/>
          <p:cNvSpPr txBox="1"/>
          <p:nvPr>
            <p:ph type="body" idx="13"/>
          </p:nvPr>
        </p:nvSpPr>
        <p:spPr>
          <a:xfrm>
            <a:off x="4312049" y="9740900"/>
            <a:ext cx="23415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2024</a:t>
            </a:r>
          </a:p>
        </p:txBody>
      </p:sp>
      <p:sp>
        <p:nvSpPr>
          <p:cNvPr id="23" name="br-briefing-p14 Placeholder Carrier"/>
          <p:cNvSpPr txBox="1"/>
          <p:nvPr>
            <p:ph type="body" idx="14"/>
          </p:nvPr>
        </p:nvSpPr>
        <p:spPr>
          <a:xfrm>
            <a:off x="5859862" y="9740900"/>
            <a:ext cx="23415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2025</a:t>
            </a:r>
          </a:p>
        </p:txBody>
      </p:sp>
      <p:sp>
        <p:nvSpPr>
          <p:cNvPr id="24" name="br-briefing-p15 Placeholder Carrier"/>
          <p:cNvSpPr txBox="1"/>
          <p:nvPr>
            <p:ph type="body" idx="15"/>
          </p:nvPr>
        </p:nvSpPr>
        <p:spPr>
          <a:xfrm>
            <a:off x="7407674" y="9740900"/>
            <a:ext cx="23415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2026</a:t>
            </a:r>
          </a:p>
        </p:txBody>
      </p:sp>
      <p:sp>
        <p:nvSpPr>
          <p:cNvPr id="25" name="br-briefing-d8"/>
          <p:cNvSpPr/>
          <p:nvPr/>
        </p:nvSpPr>
        <p:spPr>
          <a:xfrm>
            <a:off x="1333500" y="5753100"/>
            <a:ext cx="6191250" cy="3771900"/>
          </a:xfrm>
          <a:custGeom>
            <a:avLst/>
            <a:gdLst/>
            <a:ahLst/>
            <a:cxnLst/>
            <a:rect l="l" t="t" r="r" b="b"/>
            <a:pathLst>
              <a:path w="6191250" h="3771900">
                <a:moveTo>
                  <a:pt x="0" y="3771900"/>
                </a:moveTo>
                <a:lnTo>
                  <a:pt x="1547812" y="2933700"/>
                </a:lnTo>
                <a:lnTo>
                  <a:pt x="3095625" y="2095500"/>
                </a:lnTo>
                <a:lnTo>
                  <a:pt x="4643438" y="977900"/>
                </a:lnTo>
                <a:lnTo>
                  <a:pt x="6191250" y="0"/>
                </a:lnTo>
              </a:path>
            </a:pathLst>
          </a:custGeom>
          <a:noFill/>
          <a:ln w="38100" cap="rnd">
            <a:solidFill>
              <a:srgbClr val="071C2C"/>
            </a:solidFill>
            <a:round/>
          </a:ln>
        </p:spPr>
      </p:sp>
      <p:sp>
        <p:nvSpPr>
          <p:cNvPr id="26" name="br-briefing-d9"/>
          <p:cNvSpPr/>
          <p:nvPr/>
        </p:nvSpPr>
        <p:spPr>
          <a:xfrm>
            <a:off x="1295400" y="948690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1C2C"/>
            </a:solidFill>
          </a:ln>
        </p:spPr>
      </p:sp>
      <p:sp>
        <p:nvSpPr>
          <p:cNvPr id="27" name="br-briefing-d10"/>
          <p:cNvSpPr/>
          <p:nvPr/>
        </p:nvSpPr>
        <p:spPr>
          <a:xfrm>
            <a:off x="2843212" y="864870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1C2C"/>
            </a:solidFill>
          </a:ln>
        </p:spPr>
      </p:sp>
      <p:sp>
        <p:nvSpPr>
          <p:cNvPr id="28" name="br-briefing-d11"/>
          <p:cNvSpPr/>
          <p:nvPr/>
        </p:nvSpPr>
        <p:spPr>
          <a:xfrm>
            <a:off x="4391025" y="781050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1C2C"/>
            </a:solidFill>
          </a:ln>
        </p:spPr>
      </p:sp>
      <p:sp>
        <p:nvSpPr>
          <p:cNvPr id="29" name="br-briefing-d12"/>
          <p:cNvSpPr/>
          <p:nvPr/>
        </p:nvSpPr>
        <p:spPr>
          <a:xfrm>
            <a:off x="5938838" y="669290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1C2C"/>
            </a:solidFill>
          </a:ln>
        </p:spPr>
      </p:sp>
      <p:sp>
        <p:nvSpPr>
          <p:cNvPr id="30" name="br-briefing-d13"/>
          <p:cNvSpPr/>
          <p:nvPr/>
        </p:nvSpPr>
        <p:spPr>
          <a:xfrm>
            <a:off x="7486650" y="5715000"/>
            <a:ext cx="76200" cy="762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71C2C"/>
            </a:solidFill>
          </a:ln>
        </p:spPr>
      </p:sp>
      <p:sp>
        <p:nvSpPr>
          <p:cNvPr id="31" name="br-briefing-d14"/>
          <p:cNvSpPr/>
          <p:nvPr/>
        </p:nvSpPr>
        <p:spPr>
          <a:xfrm>
            <a:off x="1333500" y="8407400"/>
            <a:ext cx="6191250" cy="1117600"/>
          </a:xfrm>
          <a:custGeom>
            <a:avLst/>
            <a:gdLst/>
            <a:ahLst/>
            <a:cxnLst/>
            <a:rect l="l" t="t" r="r" b="b"/>
            <a:pathLst>
              <a:path w="6191250" h="1117600">
                <a:moveTo>
                  <a:pt x="0" y="1117600"/>
                </a:moveTo>
                <a:lnTo>
                  <a:pt x="1547812" y="838200"/>
                </a:lnTo>
                <a:lnTo>
                  <a:pt x="3095625" y="558800"/>
                </a:lnTo>
                <a:lnTo>
                  <a:pt x="4643438" y="279400"/>
                </a:lnTo>
                <a:lnTo>
                  <a:pt x="6191250" y="0"/>
                </a:lnTo>
              </a:path>
            </a:pathLst>
          </a:custGeom>
          <a:noFill/>
          <a:ln w="38100" cap="rnd">
            <a:solidFill>
              <a:srgbClr val="00A9F4"/>
            </a:solidFill>
            <a:round/>
          </a:ln>
        </p:spPr>
      </p:sp>
      <p:sp>
        <p:nvSpPr>
          <p:cNvPr id="32" name="br-briefing-d15"/>
          <p:cNvSpPr/>
          <p:nvPr/>
        </p:nvSpPr>
        <p:spPr>
          <a:xfrm>
            <a:off x="1285875" y="94773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9F4"/>
            </a:solidFill>
          </a:ln>
        </p:spPr>
      </p:sp>
      <p:sp>
        <p:nvSpPr>
          <p:cNvPr id="33" name="br-briefing-d16"/>
          <p:cNvSpPr/>
          <p:nvPr/>
        </p:nvSpPr>
        <p:spPr>
          <a:xfrm>
            <a:off x="2833688" y="91979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9F4"/>
            </a:solidFill>
          </a:ln>
        </p:spPr>
      </p:sp>
      <p:sp>
        <p:nvSpPr>
          <p:cNvPr id="34" name="br-briefing-d17"/>
          <p:cNvSpPr/>
          <p:nvPr/>
        </p:nvSpPr>
        <p:spPr>
          <a:xfrm>
            <a:off x="4381500" y="89185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9F4"/>
            </a:solidFill>
          </a:ln>
        </p:spPr>
      </p:sp>
      <p:sp>
        <p:nvSpPr>
          <p:cNvPr id="35" name="br-briefing-d18"/>
          <p:cNvSpPr/>
          <p:nvPr/>
        </p:nvSpPr>
        <p:spPr>
          <a:xfrm>
            <a:off x="5929312" y="86391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9F4"/>
            </a:solidFill>
          </a:ln>
        </p:spPr>
      </p:sp>
      <p:sp>
        <p:nvSpPr>
          <p:cNvPr id="36" name="br-briefing-d19"/>
          <p:cNvSpPr/>
          <p:nvPr/>
        </p:nvSpPr>
        <p:spPr>
          <a:xfrm>
            <a:off x="7477125" y="8359775"/>
            <a:ext cx="95250" cy="952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A9F4"/>
            </a:solidFill>
          </a:ln>
        </p:spPr>
      </p:sp>
      <p:sp>
        <p:nvSpPr>
          <p:cNvPr id="37" name="br-briefing-p16 Placeholder Carrier"/>
          <p:cNvSpPr txBox="1"/>
          <p:nvPr>
            <p:ph type="body" idx="16"/>
          </p:nvPr>
        </p:nvSpPr>
        <p:spPr>
          <a:xfrm>
            <a:off x="6223463" y="5549900"/>
            <a:ext cx="13060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b="1" spc="90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ORDER INTAKE / 127</a:t>
            </a:r>
          </a:p>
        </p:txBody>
      </p:sp>
      <p:sp>
        <p:nvSpPr>
          <p:cNvPr id="38" name="br-briefing-p17 Placeholder Carrier"/>
          <p:cNvSpPr txBox="1"/>
          <p:nvPr>
            <p:ph type="body" idx="17"/>
          </p:nvPr>
        </p:nvSpPr>
        <p:spPr>
          <a:xfrm>
            <a:off x="6583700" y="8661400"/>
            <a:ext cx="94581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b="1" spc="9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REVENUE / 108</a:t>
            </a:r>
          </a:p>
        </p:txBody>
      </p:sp>
      <p:sp>
        <p:nvSpPr>
          <p:cNvPr id="39" name="br-briefing-d20"/>
          <p:cNvSpPr/>
          <p:nvPr/>
        </p:nvSpPr>
        <p:spPr>
          <a:xfrm>
            <a:off x="8096250" y="4629150"/>
            <a:ext cx="2857500" cy="5657850"/>
          </a:xfrm>
          <a:prstGeom prst="rect">
            <a:avLst/>
          </a:prstGeom>
          <a:solidFill>
            <a:srgbClr val="F7F5F0"/>
          </a:solidFill>
          <a:ln>
            <a:noFill/>
          </a:ln>
        </p:spPr>
      </p:sp>
      <p:sp>
        <p:nvSpPr>
          <p:cNvPr id="40" name="Line 40"/>
          <p:cNvSpPr/>
          <p:nvPr/>
        </p:nvSpPr>
        <p:spPr>
          <a:xfrm>
            <a:off x="8096250" y="46291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41" name="br-briefing-p18 Placeholder Carrier"/>
          <p:cNvSpPr txBox="1"/>
          <p:nvPr>
            <p:ph type="body" idx="18"/>
          </p:nvPr>
        </p:nvSpPr>
        <p:spPr>
          <a:xfrm>
            <a:off x="8091488" y="4933950"/>
            <a:ext cx="195838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THE GAP, DECOMPOSED</a:t>
            </a:r>
          </a:p>
        </p:txBody>
      </p:sp>
      <p:sp>
        <p:nvSpPr>
          <p:cNvPr id="42" name="br-briefing-p19 Placeholder Carrier"/>
          <p:cNvSpPr txBox="1"/>
          <p:nvPr>
            <p:ph type="body" idx="19"/>
          </p:nvPr>
        </p:nvSpPr>
        <p:spPr>
          <a:xfrm>
            <a:off x="8077962" y="5346700"/>
            <a:ext cx="67716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23</a:t>
            </a:r>
          </a:p>
        </p:txBody>
      </p:sp>
      <p:sp>
        <p:nvSpPr>
          <p:cNvPr id="43" name="br-briefing-p20 Placeholder Carrier"/>
          <p:cNvSpPr txBox="1"/>
          <p:nvPr>
            <p:ph type="body" idx="20"/>
          </p:nvPr>
        </p:nvSpPr>
        <p:spPr>
          <a:xfrm>
            <a:off x="9139238" y="5530850"/>
            <a:ext cx="35713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DAYS</a:t>
            </a:r>
          </a:p>
        </p:txBody>
      </p:sp>
      <p:sp>
        <p:nvSpPr>
          <p:cNvPr id="44" name="br-briefing-p21 Placeholder Carrier"/>
          <p:cNvSpPr txBox="1"/>
          <p:nvPr>
            <p:ph type="body" idx="21"/>
          </p:nvPr>
        </p:nvSpPr>
        <p:spPr>
          <a:xfrm>
            <a:off x="8091297" y="5855716"/>
            <a:ext cx="1580653" cy="3821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added to every launch by the</a:t>
            </a:r>
            <a:b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current gate sequence</a:t>
            </a:r>
          </a:p>
        </p:txBody>
      </p:sp>
      <p:sp>
        <p:nvSpPr>
          <p:cNvPr id="45" name="Line 45"/>
          <p:cNvSpPr/>
          <p:nvPr/>
        </p:nvSpPr>
        <p:spPr>
          <a:xfrm>
            <a:off x="8096250" y="67246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6" name="br-briefing-p22 Placeholder Carrier"/>
          <p:cNvSpPr txBox="1"/>
          <p:nvPr>
            <p:ph type="body" idx="22"/>
          </p:nvPr>
        </p:nvSpPr>
        <p:spPr>
          <a:xfrm>
            <a:off x="8077962" y="6927850"/>
            <a:ext cx="619919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14</a:t>
            </a:r>
          </a:p>
        </p:txBody>
      </p:sp>
      <p:sp>
        <p:nvSpPr>
          <p:cNvPr id="47" name="br-briefing-p23 Placeholder Carrier"/>
          <p:cNvSpPr txBox="1"/>
          <p:nvPr>
            <p:ph type="body" idx="23"/>
          </p:nvPr>
        </p:nvSpPr>
        <p:spPr>
          <a:xfrm>
            <a:off x="9139238" y="7112000"/>
            <a:ext cx="44529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GATES</a:t>
            </a:r>
          </a:p>
        </p:txBody>
      </p:sp>
      <p:sp>
        <p:nvSpPr>
          <p:cNvPr id="48" name="br-briefing-p24 Placeholder Carrier"/>
          <p:cNvSpPr txBox="1"/>
          <p:nvPr>
            <p:ph type="body" idx="24"/>
          </p:nvPr>
        </p:nvSpPr>
        <p:spPr>
          <a:xfrm>
            <a:off x="8091297" y="7436866"/>
            <a:ext cx="1814763" cy="3821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of approval between concept and</a:t>
            </a:r>
            <a:b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first shipment</a:t>
            </a:r>
          </a:p>
        </p:txBody>
      </p:sp>
      <p:sp>
        <p:nvSpPr>
          <p:cNvPr id="49" name="Line 49"/>
          <p:cNvSpPr/>
          <p:nvPr/>
        </p:nvSpPr>
        <p:spPr>
          <a:xfrm>
            <a:off x="8096250" y="83058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50" name="br-briefing-p25 Placeholder Carrier"/>
          <p:cNvSpPr txBox="1"/>
          <p:nvPr>
            <p:ph type="body" idx="25"/>
          </p:nvPr>
        </p:nvSpPr>
        <p:spPr>
          <a:xfrm>
            <a:off x="8077962" y="8509000"/>
            <a:ext cx="36839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6</a:t>
            </a:r>
          </a:p>
        </p:txBody>
      </p:sp>
      <p:sp>
        <p:nvSpPr>
          <p:cNvPr id="51" name="br-briefing-p26 Placeholder Carrier"/>
          <p:cNvSpPr txBox="1"/>
          <p:nvPr>
            <p:ph type="body" idx="26"/>
          </p:nvPr>
        </p:nvSpPr>
        <p:spPr>
          <a:xfrm>
            <a:off x="9139238" y="8693150"/>
            <a:ext cx="52758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CYCLES</a:t>
            </a:r>
          </a:p>
        </p:txBody>
      </p:sp>
      <p:sp>
        <p:nvSpPr>
          <p:cNvPr id="52" name="br-briefing-p27 Placeholder Carrier"/>
          <p:cNvSpPr txBox="1"/>
          <p:nvPr>
            <p:ph type="body" idx="27"/>
          </p:nvPr>
        </p:nvSpPr>
        <p:spPr>
          <a:xfrm>
            <a:off x="8091297" y="9018016"/>
            <a:ext cx="1348087" cy="3821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500"/>
              </a:lnSpc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of planning that re-open</a:t>
            </a:r>
            <a:b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decisions already taken</a:t>
            </a:r>
          </a:p>
        </p:txBody>
      </p:sp>
      <p:sp>
        <p:nvSpPr>
          <p:cNvPr id="53" name="Line 53"/>
          <p:cNvSpPr/>
          <p:nvPr/>
        </p:nvSpPr>
        <p:spPr>
          <a:xfrm>
            <a:off x="8096250" y="98869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54" name="br-briefing-p28 Placeholder Carrier"/>
          <p:cNvSpPr txBox="1"/>
          <p:nvPr>
            <p:ph type="body" idx="28"/>
          </p:nvPr>
        </p:nvSpPr>
        <p:spPr>
          <a:xfrm>
            <a:off x="852488" y="10572750"/>
            <a:ext cx="13109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WHAT CHANGED</a:t>
            </a:r>
          </a:p>
        </p:txBody>
      </p:sp>
      <p:sp>
        <p:nvSpPr>
          <p:cNvPr id="55" name="br-briefing-p29 Placeholder Carrier"/>
          <p:cNvSpPr txBox="1"/>
          <p:nvPr>
            <p:ph type="body" idx="29"/>
          </p:nvPr>
        </p:nvSpPr>
        <p:spPr>
          <a:xfrm>
            <a:off x="850773" y="10734294"/>
            <a:ext cx="1984205" cy="1793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025"/>
              </a:lnSpc>
              <a:buNone/>
            </a:pP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The order book has grown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faster than the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organisation's ability to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convert it. Revenue follows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intake with a two-year lag,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and the lag is widening, not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closing.</a:t>
            </a:r>
          </a:p>
        </p:txBody>
      </p:sp>
      <p:sp>
        <p:nvSpPr>
          <p:cNvPr id="56" name="br-briefing-p30 Placeholder Carrier"/>
          <p:cNvSpPr txBox="1"/>
          <p:nvPr>
            <p:ph type="body" idx="30"/>
          </p:nvPr>
        </p:nvSpPr>
        <p:spPr>
          <a:xfrm>
            <a:off x="4184523" y="10734294"/>
            <a:ext cx="2116220" cy="17933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025"/>
              </a:lnSpc>
              <a:buNone/>
            </a:pP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Price is not the constraint.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Win rates and average selling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prices are stable. What has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changed is the volume of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exceptions each launch now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carries through the same</a:t>
            </a:r>
            <a:b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fixed gate sequence.</a:t>
            </a:r>
          </a:p>
        </p:txBody>
      </p:sp>
      <p:sp>
        <p:nvSpPr>
          <p:cNvPr id="57" name="br-briefing-d25"/>
          <p:cNvSpPr/>
          <p:nvPr/>
        </p:nvSpPr>
        <p:spPr>
          <a:xfrm>
            <a:off x="7715250" y="10477500"/>
            <a:ext cx="3238500" cy="38100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58" name="br-briefing-p31 Placeholder Carrier"/>
          <p:cNvSpPr txBox="1"/>
          <p:nvPr>
            <p:ph type="body" idx="31"/>
          </p:nvPr>
        </p:nvSpPr>
        <p:spPr>
          <a:xfrm>
            <a:off x="7996238" y="10902950"/>
            <a:ext cx="88901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5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PULL QUOTE</a:t>
            </a:r>
          </a:p>
        </p:txBody>
      </p:sp>
      <p:sp>
        <p:nvSpPr>
          <p:cNvPr id="59" name="br-briefing-p32 Placeholder Carrier"/>
          <p:cNvSpPr txBox="1"/>
          <p:nvPr>
            <p:ph type="body" idx="32"/>
          </p:nvPr>
        </p:nvSpPr>
        <p:spPr>
          <a:xfrm>
            <a:off x="7991094" y="11127232"/>
            <a:ext cx="1874760" cy="14100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en" sz="1950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 are not short</a:t>
            </a:r>
            <a:br>
              <a:rPr lang="en" sz="1950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" sz="1950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of demand. We</a:t>
            </a:r>
            <a:br>
              <a:rPr lang="en" sz="1950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" sz="1950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are short of</a:t>
            </a:r>
            <a:br>
              <a:rPr lang="en" sz="1950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" sz="1950" i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throughput.</a:t>
            </a:r>
          </a:p>
        </p:txBody>
      </p:sp>
      <p:sp>
        <p:nvSpPr>
          <p:cNvPr id="60" name="br-briefing-p33 Placeholder Carrier"/>
          <p:cNvSpPr txBox="1"/>
          <p:nvPr>
            <p:ph type="body" idx="33"/>
          </p:nvPr>
        </p:nvSpPr>
        <p:spPr>
          <a:xfrm>
            <a:off x="7996238" y="13722350"/>
            <a:ext cx="17397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COO / OPERATING REVIEW</a:t>
            </a:r>
          </a:p>
        </p:txBody>
      </p:sp>
      <p:sp>
        <p:nvSpPr>
          <p:cNvPr id="61" name="Line 61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62" name="br-briefing-p34 Placeholder Carrier"/>
          <p:cNvSpPr txBox="1"/>
          <p:nvPr>
            <p:ph type="body" idx="34"/>
          </p:nvPr>
        </p:nvSpPr>
        <p:spPr>
          <a:xfrm>
            <a:off x="852488" y="15824200"/>
            <a:ext cx="57900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OPERATING REVIEW · INDEX AND COUNTS ARE DEMONSTRATION DATA</a:t>
            </a:r>
          </a:p>
        </p:txBody>
      </p:sp>
      <p:sp>
        <p:nvSpPr>
          <p:cNvPr id="63" name="br-briefing-p35 Placeholder Carrier"/>
          <p:cNvSpPr txBox="1"/>
          <p:nvPr>
            <p:ph type="body" idx="35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64" name="br-briefing-p36 Placeholder Carrier"/>
          <p:cNvSpPr txBox="1"/>
          <p:nvPr>
            <p:ph type="sldNum" idx="36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waterfall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waterfall-p1 Placeholder Carrier"/>
          <p:cNvSpPr txBox="1"/>
          <p:nvPr>
            <p:ph type="body" idx="1"/>
          </p:nvPr>
        </p:nvSpPr>
        <p:spPr>
          <a:xfrm>
            <a:off x="1099566" y="730250"/>
            <a:ext cx="21227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THE BRIDGE / MARGIN</a:t>
            </a:r>
          </a:p>
        </p:txBody>
      </p:sp>
      <p:sp>
        <p:nvSpPr>
          <p:cNvPr id="6" name="br-waterfall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05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waterfall-p3 Placeholder Carrier"/>
          <p:cNvSpPr txBox="1"/>
          <p:nvPr>
            <p:ph type="body" idx="3"/>
          </p:nvPr>
        </p:nvSpPr>
        <p:spPr>
          <a:xfrm>
            <a:off x="852297" y="1301750"/>
            <a:ext cx="108078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THE BRIDGE</a:t>
            </a:r>
          </a:p>
        </p:txBody>
      </p:sp>
      <p:sp>
        <p:nvSpPr>
          <p:cNvPr id="9" name="br-waterfall-p4 Placeholder Carrier"/>
          <p:cNvSpPr txBox="1"/>
          <p:nvPr>
            <p:ph type="title" idx="4"/>
          </p:nvPr>
        </p:nvSpPr>
        <p:spPr>
          <a:xfrm>
            <a:off x="838200" y="1553464"/>
            <a:ext cx="9014345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Four moves close the 4.2-point gap.</a:t>
            </a:r>
          </a:p>
        </p:txBody>
      </p:sp>
      <p:sp>
        <p:nvSpPr>
          <p:cNvPr id="10" name="br-waterfall-p5 Placeholder Carrier"/>
          <p:cNvSpPr txBox="1"/>
          <p:nvPr>
            <p:ph type="body" idx="5"/>
          </p:nvPr>
        </p:nvSpPr>
        <p:spPr>
          <a:xfrm>
            <a:off x="848487" y="2701036"/>
            <a:ext cx="5689823" cy="9288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Margin bridge, FY2024 to FY2027, percentage points. Cost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is shown as a negative move; all other bars are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accretive.</a:t>
            </a:r>
          </a:p>
        </p:txBody>
      </p:sp>
      <p:sp>
        <p:nvSpPr>
          <p:cNvPr id="11" name="Line 11"/>
          <p:cNvSpPr/>
          <p:nvPr/>
        </p:nvSpPr>
        <p:spPr>
          <a:xfrm>
            <a:off x="1809750" y="11239500"/>
            <a:ext cx="9048750" cy="9525"/>
          </a:xfrm>
          <a:custGeom>
            <a:avLst/>
            <a:gdLst/>
            <a:ahLst/>
            <a:cxnLst/>
            <a:rect l="l" t="t" r="r" b="b"/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/>
          <a:ln w="9525">
            <a:solidFill>
              <a:srgbClr val="D5DCE1">
                <a:alpha val="90000"/>
              </a:srgbClr>
            </a:solidFill>
          </a:ln>
        </p:spPr>
      </p:sp>
      <p:sp>
        <p:nvSpPr>
          <p:cNvPr id="12" name="br-waterfall-p6 Placeholder Carrier"/>
          <p:cNvSpPr txBox="1"/>
          <p:nvPr>
            <p:ph type="body" idx="6"/>
          </p:nvPr>
        </p:nvSpPr>
        <p:spPr>
          <a:xfrm>
            <a:off x="1507646" y="11188700"/>
            <a:ext cx="211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16%</a:t>
            </a:r>
          </a:p>
        </p:txBody>
      </p:sp>
      <p:sp>
        <p:nvSpPr>
          <p:cNvPr id="13" name="Line 13"/>
          <p:cNvSpPr/>
          <p:nvPr/>
        </p:nvSpPr>
        <p:spPr>
          <a:xfrm>
            <a:off x="1809750" y="9525000"/>
            <a:ext cx="9048750" cy="9525"/>
          </a:xfrm>
          <a:custGeom>
            <a:avLst/>
            <a:gdLst/>
            <a:ahLst/>
            <a:cxnLst/>
            <a:rect l="l" t="t" r="r" b="b"/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/>
          <a:ln w="9525">
            <a:solidFill>
              <a:srgbClr val="D5DCE1">
                <a:alpha val="90000"/>
              </a:srgbClr>
            </a:solidFill>
          </a:ln>
        </p:spPr>
      </p:sp>
      <p:sp>
        <p:nvSpPr>
          <p:cNvPr id="14" name="br-waterfall-p7 Placeholder Carrier"/>
          <p:cNvSpPr txBox="1"/>
          <p:nvPr>
            <p:ph type="body" idx="7"/>
          </p:nvPr>
        </p:nvSpPr>
        <p:spPr>
          <a:xfrm>
            <a:off x="1507646" y="9474200"/>
            <a:ext cx="211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18%</a:t>
            </a:r>
          </a:p>
        </p:txBody>
      </p:sp>
      <p:sp>
        <p:nvSpPr>
          <p:cNvPr id="15" name="Line 15"/>
          <p:cNvSpPr/>
          <p:nvPr/>
        </p:nvSpPr>
        <p:spPr>
          <a:xfrm>
            <a:off x="1809750" y="7810500"/>
            <a:ext cx="9048750" cy="9525"/>
          </a:xfrm>
          <a:custGeom>
            <a:avLst/>
            <a:gdLst/>
            <a:ahLst/>
            <a:cxnLst/>
            <a:rect l="l" t="t" r="r" b="b"/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/>
          <a:ln w="9525">
            <a:solidFill>
              <a:srgbClr val="D5DCE1">
                <a:alpha val="90000"/>
              </a:srgbClr>
            </a:solidFill>
          </a:ln>
        </p:spPr>
      </p:sp>
      <p:sp>
        <p:nvSpPr>
          <p:cNvPr id="16" name="br-waterfall-p8 Placeholder Carrier"/>
          <p:cNvSpPr txBox="1"/>
          <p:nvPr>
            <p:ph type="body" idx="8"/>
          </p:nvPr>
        </p:nvSpPr>
        <p:spPr>
          <a:xfrm>
            <a:off x="1507646" y="7759700"/>
            <a:ext cx="211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20%</a:t>
            </a:r>
          </a:p>
        </p:txBody>
      </p:sp>
      <p:sp>
        <p:nvSpPr>
          <p:cNvPr id="17" name="Line 17"/>
          <p:cNvSpPr/>
          <p:nvPr/>
        </p:nvSpPr>
        <p:spPr>
          <a:xfrm>
            <a:off x="1809750" y="6096000"/>
            <a:ext cx="9048750" cy="9525"/>
          </a:xfrm>
          <a:custGeom>
            <a:avLst/>
            <a:gdLst/>
            <a:ahLst/>
            <a:cxnLst/>
            <a:rect l="l" t="t" r="r" b="b"/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/>
          <a:ln w="9525">
            <a:solidFill>
              <a:srgbClr val="D5DCE1">
                <a:alpha val="90000"/>
              </a:srgbClr>
            </a:solidFill>
          </a:ln>
        </p:spPr>
      </p:sp>
      <p:sp>
        <p:nvSpPr>
          <p:cNvPr id="18" name="br-waterfall-p9 Placeholder Carrier"/>
          <p:cNvSpPr txBox="1"/>
          <p:nvPr>
            <p:ph type="body" idx="9"/>
          </p:nvPr>
        </p:nvSpPr>
        <p:spPr>
          <a:xfrm>
            <a:off x="1507646" y="6045200"/>
            <a:ext cx="211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22%</a:t>
            </a:r>
          </a:p>
        </p:txBody>
      </p:sp>
      <p:sp>
        <p:nvSpPr>
          <p:cNvPr id="19" name="Line 19"/>
          <p:cNvSpPr/>
          <p:nvPr/>
        </p:nvSpPr>
        <p:spPr>
          <a:xfrm>
            <a:off x="1809750" y="4381500"/>
            <a:ext cx="9048750" cy="9525"/>
          </a:xfrm>
          <a:custGeom>
            <a:avLst/>
            <a:gdLst/>
            <a:ahLst/>
            <a:cxnLst/>
            <a:rect l="l" t="t" r="r" b="b"/>
            <a:pathLst>
              <a:path w="9048750" h="9525">
                <a:moveTo>
                  <a:pt x="0" y="0"/>
                </a:moveTo>
                <a:lnTo>
                  <a:pt x="9048750" y="0"/>
                </a:lnTo>
              </a:path>
            </a:pathLst>
          </a:custGeom>
          <a:noFill/>
          <a:ln w="9525">
            <a:solidFill>
              <a:srgbClr val="D5DCE1">
                <a:alpha val="90000"/>
              </a:srgbClr>
            </a:solidFill>
          </a:ln>
        </p:spPr>
      </p:sp>
      <p:sp>
        <p:nvSpPr>
          <p:cNvPr id="20" name="br-waterfall-p10 Placeholder Carrier"/>
          <p:cNvSpPr txBox="1"/>
          <p:nvPr>
            <p:ph type="body" idx="10"/>
          </p:nvPr>
        </p:nvSpPr>
        <p:spPr>
          <a:xfrm>
            <a:off x="1507646" y="4330700"/>
            <a:ext cx="2116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24%</a:t>
            </a:r>
          </a:p>
        </p:txBody>
      </p:sp>
      <p:sp>
        <p:nvSpPr>
          <p:cNvPr id="21" name="br-waterfall-p11 Placeholder Carrier"/>
          <p:cNvSpPr txBox="1"/>
          <p:nvPr>
            <p:ph type="body" idx="11"/>
          </p:nvPr>
        </p:nvSpPr>
        <p:spPr>
          <a:xfrm>
            <a:off x="2366009" y="8769350"/>
            <a:ext cx="4114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105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18.6%</a:t>
            </a:r>
          </a:p>
        </p:txBody>
      </p:sp>
      <p:sp>
        <p:nvSpPr>
          <p:cNvPr id="22" name="br-waterfall-p12 Placeholder Carrier"/>
          <p:cNvSpPr txBox="1"/>
          <p:nvPr>
            <p:ph type="body" idx="12"/>
          </p:nvPr>
        </p:nvSpPr>
        <p:spPr>
          <a:xfrm>
            <a:off x="1709699" y="11460734"/>
            <a:ext cx="390601" cy="3381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FY24</a:t>
            </a:r>
            <a:b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</a:b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margin</a:t>
            </a:r>
          </a:p>
        </p:txBody>
      </p:sp>
      <p:sp>
        <p:nvSpPr>
          <p:cNvPr id="23" name="Line 23"/>
          <p:cNvSpPr/>
          <p:nvPr/>
        </p:nvSpPr>
        <p:spPr>
          <a:xfrm>
            <a:off x="3143250" y="901065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9525">
            <a:solidFill>
              <a:srgbClr val="5F6E79">
                <a:alpha val="70000"/>
              </a:srgbClr>
            </a:solidFill>
            <a:custDash>
              <a:ds d="400000" sp="500000"/>
            </a:custDash>
          </a:ln>
        </p:spPr>
      </p:sp>
      <p:sp>
        <p:nvSpPr>
          <p:cNvPr id="24" name="br-waterfall-d11"/>
          <p:cNvSpPr/>
          <p:nvPr/>
        </p:nvSpPr>
        <p:spPr>
          <a:xfrm>
            <a:off x="3524250" y="7381875"/>
            <a:ext cx="1143000" cy="1628775"/>
          </a:xfrm>
          <a:prstGeom prst="rect">
            <a:avLst/>
          </a:prstGeom>
          <a:solidFill>
            <a:srgbClr val="00A9F4"/>
          </a:solidFill>
          <a:ln>
            <a:noFill/>
          </a:ln>
        </p:spPr>
      </p:sp>
      <p:sp>
        <p:nvSpPr>
          <p:cNvPr id="25" name="br-waterfall-p13 Placeholder Carrier"/>
          <p:cNvSpPr txBox="1"/>
          <p:nvPr>
            <p:ph type="body" idx="13"/>
          </p:nvPr>
        </p:nvSpPr>
        <p:spPr>
          <a:xfrm>
            <a:off x="3950888" y="7140575"/>
            <a:ext cx="2897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10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+1.9</a:t>
            </a:r>
          </a:p>
        </p:txBody>
      </p:sp>
      <p:sp>
        <p:nvSpPr>
          <p:cNvPr id="26" name="br-waterfall-p14 Placeholder Carrier"/>
          <p:cNvSpPr txBox="1"/>
          <p:nvPr>
            <p:ph type="body" idx="14"/>
          </p:nvPr>
        </p:nvSpPr>
        <p:spPr>
          <a:xfrm>
            <a:off x="3160650" y="11460734"/>
            <a:ext cx="536699" cy="3381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Pricing</a:t>
            </a:r>
            <a:b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</a:b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discipline</a:t>
            </a:r>
          </a:p>
        </p:txBody>
      </p:sp>
      <p:sp>
        <p:nvSpPr>
          <p:cNvPr id="27" name="Line 27"/>
          <p:cNvSpPr/>
          <p:nvPr/>
        </p:nvSpPr>
        <p:spPr>
          <a:xfrm>
            <a:off x="4667250" y="7381875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9525">
            <a:solidFill>
              <a:srgbClr val="5F6E79">
                <a:alpha val="70000"/>
              </a:srgbClr>
            </a:solidFill>
            <a:custDash>
              <a:ds d="400000" sp="500000"/>
            </a:custDash>
          </a:ln>
        </p:spPr>
      </p:sp>
      <p:sp>
        <p:nvSpPr>
          <p:cNvPr id="28" name="br-waterfall-d13"/>
          <p:cNvSpPr/>
          <p:nvPr/>
        </p:nvSpPr>
        <p:spPr>
          <a:xfrm>
            <a:off x="5048250" y="6096000"/>
            <a:ext cx="1143000" cy="1285875"/>
          </a:xfrm>
          <a:prstGeom prst="rect">
            <a:avLst/>
          </a:prstGeom>
          <a:solidFill>
            <a:srgbClr val="00A9F4"/>
          </a:solidFill>
          <a:ln>
            <a:noFill/>
          </a:ln>
        </p:spPr>
      </p:sp>
      <p:sp>
        <p:nvSpPr>
          <p:cNvPr id="29" name="br-waterfall-p15 Placeholder Carrier"/>
          <p:cNvSpPr txBox="1"/>
          <p:nvPr>
            <p:ph type="body" idx="15"/>
          </p:nvPr>
        </p:nvSpPr>
        <p:spPr>
          <a:xfrm>
            <a:off x="5474888" y="5854700"/>
            <a:ext cx="2897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10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+1.5</a:t>
            </a:r>
          </a:p>
        </p:txBody>
      </p:sp>
      <p:sp>
        <p:nvSpPr>
          <p:cNvPr id="30" name="br-waterfall-p16 Placeholder Carrier"/>
          <p:cNvSpPr txBox="1"/>
          <p:nvPr>
            <p:ph type="body" idx="16"/>
          </p:nvPr>
        </p:nvSpPr>
        <p:spPr>
          <a:xfrm>
            <a:off x="4713340" y="11460734"/>
            <a:ext cx="479321" cy="3381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Portfolio</a:t>
            </a:r>
            <a:b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</a:b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focus</a:t>
            </a:r>
          </a:p>
        </p:txBody>
      </p:sp>
      <p:sp>
        <p:nvSpPr>
          <p:cNvPr id="31" name="Line 31"/>
          <p:cNvSpPr/>
          <p:nvPr/>
        </p:nvSpPr>
        <p:spPr>
          <a:xfrm>
            <a:off x="6191250" y="60960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9525">
            <a:solidFill>
              <a:srgbClr val="5F6E79">
                <a:alpha val="70000"/>
              </a:srgbClr>
            </a:solidFill>
            <a:custDash>
              <a:ds d="400000" sp="500000"/>
            </a:custDash>
          </a:ln>
        </p:spPr>
      </p:sp>
      <p:sp>
        <p:nvSpPr>
          <p:cNvPr id="32" name="br-waterfall-d15"/>
          <p:cNvSpPr/>
          <p:nvPr/>
        </p:nvSpPr>
        <p:spPr>
          <a:xfrm>
            <a:off x="6572250" y="5067300"/>
            <a:ext cx="1143000" cy="1028700"/>
          </a:xfrm>
          <a:prstGeom prst="rect">
            <a:avLst/>
          </a:prstGeom>
          <a:solidFill>
            <a:srgbClr val="00A9F4"/>
          </a:solidFill>
          <a:ln>
            <a:noFill/>
          </a:ln>
        </p:spPr>
      </p:sp>
      <p:sp>
        <p:nvSpPr>
          <p:cNvPr id="33" name="br-waterfall-p17 Placeholder Carrier"/>
          <p:cNvSpPr txBox="1"/>
          <p:nvPr>
            <p:ph type="body" idx="17"/>
          </p:nvPr>
        </p:nvSpPr>
        <p:spPr>
          <a:xfrm>
            <a:off x="6998888" y="4826000"/>
            <a:ext cx="2897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10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+1.2</a:t>
            </a:r>
          </a:p>
        </p:txBody>
      </p:sp>
      <p:sp>
        <p:nvSpPr>
          <p:cNvPr id="34" name="br-waterfall-p18 Placeholder Carrier"/>
          <p:cNvSpPr txBox="1"/>
          <p:nvPr>
            <p:ph type="body" idx="18"/>
          </p:nvPr>
        </p:nvSpPr>
        <p:spPr>
          <a:xfrm>
            <a:off x="6249821" y="11460734"/>
            <a:ext cx="454358" cy="3381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Delivery</a:t>
            </a:r>
            <a:b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</a:b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yield</a:t>
            </a:r>
          </a:p>
        </p:txBody>
      </p:sp>
      <p:sp>
        <p:nvSpPr>
          <p:cNvPr id="35" name="Line 35"/>
          <p:cNvSpPr/>
          <p:nvPr/>
        </p:nvSpPr>
        <p:spPr>
          <a:xfrm>
            <a:off x="7715250" y="50673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9525">
            <a:solidFill>
              <a:srgbClr val="5F6E79">
                <a:alpha val="70000"/>
              </a:srgbClr>
            </a:solidFill>
            <a:custDash>
              <a:ds d="400000" sp="500000"/>
            </a:custDash>
          </a:ln>
        </p:spPr>
      </p:sp>
      <p:sp>
        <p:nvSpPr>
          <p:cNvPr id="36" name="br-waterfall-d17"/>
          <p:cNvSpPr/>
          <p:nvPr/>
        </p:nvSpPr>
        <p:spPr>
          <a:xfrm>
            <a:off x="8096250" y="5067300"/>
            <a:ext cx="1143000" cy="342900"/>
          </a:xfrm>
          <a:prstGeom prst="rect">
            <a:avLst/>
          </a:prstGeom>
          <a:solidFill>
            <a:srgbClr val="E3120B">
              <a:alpha val="92000"/>
            </a:srgbClr>
          </a:solidFill>
          <a:ln>
            <a:noFill/>
          </a:ln>
        </p:spPr>
      </p:sp>
      <p:sp>
        <p:nvSpPr>
          <p:cNvPr id="37" name="br-waterfall-p19 Placeholder Carrier"/>
          <p:cNvSpPr txBox="1"/>
          <p:nvPr>
            <p:ph type="body" idx="19"/>
          </p:nvPr>
        </p:nvSpPr>
        <p:spPr>
          <a:xfrm>
            <a:off x="8558598" y="5162550"/>
            <a:ext cx="2183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-0.4</a:t>
            </a:r>
          </a:p>
        </p:txBody>
      </p:sp>
      <p:sp>
        <p:nvSpPr>
          <p:cNvPr id="38" name="br-waterfall-p20 Placeholder Carrier"/>
          <p:cNvSpPr txBox="1"/>
          <p:nvPr>
            <p:ph type="body" idx="20"/>
          </p:nvPr>
        </p:nvSpPr>
        <p:spPr>
          <a:xfrm>
            <a:off x="7720009" y="11460734"/>
            <a:ext cx="561983" cy="3381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Transition</a:t>
            </a:r>
            <a:b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</a:b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cost</a:t>
            </a:r>
          </a:p>
        </p:txBody>
      </p:sp>
      <p:sp>
        <p:nvSpPr>
          <p:cNvPr id="39" name="Line 39"/>
          <p:cNvSpPr/>
          <p:nvPr/>
        </p:nvSpPr>
        <p:spPr>
          <a:xfrm>
            <a:off x="9239250" y="5410200"/>
            <a:ext cx="381000" cy="9525"/>
          </a:xfrm>
          <a:custGeom>
            <a:avLst/>
            <a:gdLst/>
            <a:ahLst/>
            <a:cxnLst/>
            <a:rect l="l" t="t" r="r" b="b"/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/>
          <a:ln w="9525">
            <a:solidFill>
              <a:srgbClr val="5F6E79">
                <a:alpha val="70000"/>
              </a:srgbClr>
            </a:solidFill>
            <a:custDash>
              <a:ds d="400000" sp="500000"/>
            </a:custDash>
          </a:ln>
        </p:spPr>
      </p:sp>
      <p:sp>
        <p:nvSpPr>
          <p:cNvPr id="40" name="br-waterfall-d19"/>
          <p:cNvSpPr/>
          <p:nvPr/>
        </p:nvSpPr>
        <p:spPr>
          <a:xfrm>
            <a:off x="9620250" y="5410200"/>
            <a:ext cx="1143000" cy="58293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41" name="br-waterfall-p21 Placeholder Carrier"/>
          <p:cNvSpPr txBox="1"/>
          <p:nvPr>
            <p:ph type="body" idx="21"/>
          </p:nvPr>
        </p:nvSpPr>
        <p:spPr>
          <a:xfrm>
            <a:off x="9986009" y="5168900"/>
            <a:ext cx="4114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105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22.8%</a:t>
            </a:r>
          </a:p>
        </p:txBody>
      </p:sp>
      <p:sp>
        <p:nvSpPr>
          <p:cNvPr id="42" name="br-waterfall-p22 Placeholder Carrier"/>
          <p:cNvSpPr txBox="1"/>
          <p:nvPr>
            <p:ph type="body" idx="22"/>
          </p:nvPr>
        </p:nvSpPr>
        <p:spPr>
          <a:xfrm>
            <a:off x="9361452" y="11460734"/>
            <a:ext cx="327096" cy="3381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 marL="0" indent="0">
              <a:lnSpc>
                <a:spcPts val="1275"/>
              </a:lnSpc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FY27</a:t>
            </a:r>
            <a:b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</a:b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target</a:t>
            </a:r>
          </a:p>
        </p:txBody>
      </p:sp>
      <p:sp>
        <p:nvSpPr>
          <p:cNvPr id="43" name="br-waterfall-d20"/>
          <p:cNvSpPr/>
          <p:nvPr/>
        </p:nvSpPr>
        <p:spPr>
          <a:xfrm>
            <a:off x="857250" y="12668250"/>
            <a:ext cx="10096500" cy="19050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44" name="br-waterfall-p23 Placeholder Carrier"/>
          <p:cNvSpPr txBox="1"/>
          <p:nvPr>
            <p:ph type="body" idx="23"/>
          </p:nvPr>
        </p:nvSpPr>
        <p:spPr>
          <a:xfrm>
            <a:off x="1138238" y="13119100"/>
            <a:ext cx="7010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b="1" spc="16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sp>
        <p:nvSpPr>
          <p:cNvPr id="45" name="br-waterfall-p24 Placeholder Carrier"/>
          <p:cNvSpPr txBox="1"/>
          <p:nvPr>
            <p:ph type="body" idx="24"/>
          </p:nvPr>
        </p:nvSpPr>
        <p:spPr>
          <a:xfrm>
            <a:off x="1131570" y="13326110"/>
            <a:ext cx="3831879" cy="802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850"/>
              </a:lnSpc>
              <a:buNone/>
            </a:pPr>
            <a:r>
              <a:rPr lang="en" sz="22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Half the gap is decision speed,</a:t>
            </a:r>
            <a:br>
              <a:rPr lang="en" sz="22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" sz="22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not price.</a:t>
            </a:r>
          </a:p>
        </p:txBody>
      </p:sp>
      <p:sp>
        <p:nvSpPr>
          <p:cNvPr id="46" name="br-waterfall-p25 Placeholder Carrier"/>
          <p:cNvSpPr txBox="1"/>
          <p:nvPr>
            <p:ph type="body" idx="25"/>
          </p:nvPr>
        </p:nvSpPr>
        <p:spPr>
          <a:xfrm>
            <a:off x="9519593" y="12973050"/>
            <a:ext cx="1167457" cy="962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4950" b="1" dirty="0">
                <a:solidFill>
                  <a:srgbClr val="00A9F4"/>
                </a:solidFill>
                <a:latin typeface="+mj-lt"/>
                <a:ea typeface="+mj-ea"/>
                <a:cs typeface="+mj-cs"/>
              </a:rPr>
              <a:t>4.2</a:t>
            </a:r>
          </a:p>
        </p:txBody>
      </p:sp>
      <p:sp>
        <p:nvSpPr>
          <p:cNvPr id="47" name="br-waterfall-p26 Placeholder Carrier"/>
          <p:cNvSpPr txBox="1"/>
          <p:nvPr>
            <p:ph type="body" idx="26"/>
          </p:nvPr>
        </p:nvSpPr>
        <p:spPr>
          <a:xfrm>
            <a:off x="9511584" y="13760450"/>
            <a:ext cx="11611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b="1" spc="120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PTS / TOTAL GAP</a:t>
            </a:r>
          </a:p>
        </p:txBody>
      </p:sp>
      <p:sp>
        <p:nvSpPr>
          <p:cNvPr id="48" name="Line 48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9" name="br-waterfall-p27 Placeholder Carrier"/>
          <p:cNvSpPr txBox="1"/>
          <p:nvPr>
            <p:ph type="body" idx="27"/>
          </p:nvPr>
        </p:nvSpPr>
        <p:spPr>
          <a:xfrm>
            <a:off x="852488" y="15824200"/>
            <a:ext cx="470543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MARGIN BRIDGE · VALUES ARE DEMONSTRATION DATA</a:t>
            </a:r>
          </a:p>
        </p:txBody>
      </p:sp>
      <p:sp>
        <p:nvSpPr>
          <p:cNvPr id="50" name="br-waterfall-p28 Placeholder Carrier"/>
          <p:cNvSpPr txBox="1"/>
          <p:nvPr>
            <p:ph type="body" idx="28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51" name="br-waterfall-p29 Placeholder Carrier"/>
          <p:cNvSpPr txBox="1"/>
          <p:nvPr>
            <p:ph type="sldNum" idx="29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matrix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matrix-p1 Placeholder Carrier"/>
          <p:cNvSpPr txBox="1"/>
          <p:nvPr>
            <p:ph type="body" idx="1"/>
          </p:nvPr>
        </p:nvSpPr>
        <p:spPr>
          <a:xfrm>
            <a:off x="1099566" y="730250"/>
            <a:ext cx="15625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WHERE TO PLAY</a:t>
            </a:r>
          </a:p>
        </p:txBody>
      </p:sp>
      <p:sp>
        <p:nvSpPr>
          <p:cNvPr id="6" name="br-matrix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06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matrix-p3 Placeholder Carrier"/>
          <p:cNvSpPr txBox="1"/>
          <p:nvPr>
            <p:ph type="body" idx="3"/>
          </p:nvPr>
        </p:nvSpPr>
        <p:spPr>
          <a:xfrm>
            <a:off x="852297" y="1301750"/>
            <a:ext cx="145317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WHERE TO PLAY</a:t>
            </a:r>
          </a:p>
        </p:txBody>
      </p:sp>
      <p:sp>
        <p:nvSpPr>
          <p:cNvPr id="9" name="br-matrix-p4 Placeholder Carrier"/>
          <p:cNvSpPr txBox="1"/>
          <p:nvPr>
            <p:ph type="title" idx="4"/>
          </p:nvPr>
        </p:nvSpPr>
        <p:spPr>
          <a:xfrm>
            <a:off x="838200" y="1553464"/>
            <a:ext cx="863104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We win in two quadrants, not four.</a:t>
            </a:r>
          </a:p>
        </p:txBody>
      </p:sp>
      <p:sp>
        <p:nvSpPr>
          <p:cNvPr id="10" name="br-matrix-p5 Placeholder Carrier"/>
          <p:cNvSpPr txBox="1"/>
          <p:nvPr>
            <p:ph type="body" idx="5"/>
          </p:nvPr>
        </p:nvSpPr>
        <p:spPr>
          <a:xfrm>
            <a:off x="848487" y="2701036"/>
            <a:ext cx="4858812" cy="9288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Each bubble is a business line. Position reflects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relative differentiation and willingness to pay; size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reflects revenue.</a:t>
            </a:r>
          </a:p>
        </p:txBody>
      </p:sp>
      <p:sp>
        <p:nvSpPr>
          <p:cNvPr id="11" name="Line 11"/>
          <p:cNvSpPr/>
          <p:nvPr/>
        </p:nvSpPr>
        <p:spPr>
          <a:xfrm>
            <a:off x="2190750" y="11525250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7429500" y="0"/>
                </a:lnTo>
              </a:path>
            </a:pathLst>
          </a:custGeom>
          <a:noFill/>
          <a:ln w="9525">
            <a:solidFill>
              <a:srgbClr val="5F6E79">
                <a:alpha val="55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5905500" y="4095750"/>
            <a:ext cx="9525" cy="7429500"/>
          </a:xfrm>
          <a:custGeom>
            <a:avLst/>
            <a:gdLst/>
            <a:ahLst/>
            <a:cxnLst/>
            <a:rect l="l" t="t" r="r" b="b"/>
            <a:pathLst>
              <a:path w="9525" h="7429500">
                <a:moveTo>
                  <a:pt x="0" y="0"/>
                </a:moveTo>
                <a:lnTo>
                  <a:pt x="0" y="7429500"/>
                </a:lnTo>
              </a:path>
            </a:pathLst>
          </a:custGeom>
          <a:noFill/>
          <a:ln w="9525">
            <a:solidFill>
              <a:srgbClr val="5F6E79">
                <a:alpha val="45000"/>
              </a:srgbClr>
            </a:solidFill>
            <a:custDash>
              <a:ds d="700000" sp="800000"/>
            </a:custDash>
          </a:ln>
        </p:spPr>
      </p:sp>
      <p:sp>
        <p:nvSpPr>
          <p:cNvPr id="13" name="Line 13"/>
          <p:cNvSpPr/>
          <p:nvPr/>
        </p:nvSpPr>
        <p:spPr>
          <a:xfrm>
            <a:off x="2190750" y="7810500"/>
            <a:ext cx="7429500" cy="9525"/>
          </a:xfrm>
          <a:custGeom>
            <a:avLst/>
            <a:gdLst/>
            <a:ahLst/>
            <a:cxnLst/>
            <a:rect l="l" t="t" r="r" b="b"/>
            <a:pathLst>
              <a:path w="7429500" h="9525">
                <a:moveTo>
                  <a:pt x="0" y="0"/>
                </a:moveTo>
                <a:lnTo>
                  <a:pt x="7429500" y="0"/>
                </a:lnTo>
              </a:path>
            </a:pathLst>
          </a:custGeom>
          <a:noFill/>
          <a:ln w="9525">
            <a:solidFill>
              <a:srgbClr val="5F6E79">
                <a:alpha val="45000"/>
              </a:srgbClr>
            </a:solidFill>
            <a:custDash>
              <a:ds d="700000" sp="800000"/>
            </a:custDash>
          </a:ln>
        </p:spPr>
      </p:sp>
      <p:sp>
        <p:nvSpPr>
          <p:cNvPr id="14" name="br-matrix-p6 Placeholder Carrier"/>
          <p:cNvSpPr txBox="1"/>
          <p:nvPr>
            <p:ph type="body" idx="6"/>
          </p:nvPr>
        </p:nvSpPr>
        <p:spPr>
          <a:xfrm>
            <a:off x="8978095" y="4362450"/>
            <a:ext cx="49451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900" b="1" spc="16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BUILD</a:t>
            </a:r>
          </a:p>
        </p:txBody>
      </p:sp>
      <p:sp>
        <p:nvSpPr>
          <p:cNvPr id="15" name="br-matrix-p7 Placeholder Carrier"/>
          <p:cNvSpPr txBox="1"/>
          <p:nvPr>
            <p:ph type="body" idx="7"/>
          </p:nvPr>
        </p:nvSpPr>
        <p:spPr>
          <a:xfrm>
            <a:off x="2338388" y="4362450"/>
            <a:ext cx="4426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6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HOLD</a:t>
            </a:r>
          </a:p>
        </p:txBody>
      </p:sp>
      <p:sp>
        <p:nvSpPr>
          <p:cNvPr id="16" name="br-matrix-p8 Placeholder Carrier"/>
          <p:cNvSpPr txBox="1"/>
          <p:nvPr>
            <p:ph type="body" idx="8"/>
          </p:nvPr>
        </p:nvSpPr>
        <p:spPr>
          <a:xfrm>
            <a:off x="9217007" y="11220450"/>
            <a:ext cx="25560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900" b="1" spc="16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FIX</a:t>
            </a:r>
          </a:p>
        </p:txBody>
      </p:sp>
      <p:sp>
        <p:nvSpPr>
          <p:cNvPr id="17" name="br-matrix-p9 Placeholder Carrier"/>
          <p:cNvSpPr txBox="1"/>
          <p:nvPr>
            <p:ph type="body" idx="9"/>
          </p:nvPr>
        </p:nvSpPr>
        <p:spPr>
          <a:xfrm>
            <a:off x="2338388" y="11220450"/>
            <a:ext cx="364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EXIT</a:t>
            </a:r>
          </a:p>
        </p:txBody>
      </p:sp>
      <p:sp>
        <p:nvSpPr>
          <p:cNvPr id="18" name="br-matrix-p10 Placeholder Carrier"/>
          <p:cNvSpPr txBox="1"/>
          <p:nvPr>
            <p:ph type="body" idx="10"/>
          </p:nvPr>
        </p:nvSpPr>
        <p:spPr>
          <a:xfrm>
            <a:off x="2185988" y="3911600"/>
            <a:ext cx="16377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WILLINGNESS TO PAY →</a:t>
            </a:r>
          </a:p>
        </p:txBody>
      </p:sp>
      <p:sp>
        <p:nvSpPr>
          <p:cNvPr id="19" name="br-matrix-p11 Placeholder Carrier"/>
          <p:cNvSpPr txBox="1"/>
          <p:nvPr>
            <p:ph type="body" idx="11"/>
          </p:nvPr>
        </p:nvSpPr>
        <p:spPr>
          <a:xfrm>
            <a:off x="2185988" y="11798300"/>
            <a:ext cx="220762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DEGREE OF DIFFERENTIATION →</a:t>
            </a:r>
          </a:p>
        </p:txBody>
      </p:sp>
      <p:sp>
        <p:nvSpPr>
          <p:cNvPr id="20" name="br-matrix-p12 Placeholder Carrier"/>
          <p:cNvSpPr txBox="1"/>
          <p:nvPr>
            <p:ph type="body" idx="12"/>
          </p:nvPr>
        </p:nvSpPr>
        <p:spPr>
          <a:xfrm>
            <a:off x="2185988" y="12045950"/>
            <a:ext cx="229841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LOW</a:t>
            </a:r>
          </a:p>
        </p:txBody>
      </p:sp>
      <p:sp>
        <p:nvSpPr>
          <p:cNvPr id="21" name="br-matrix-p13 Placeholder Carrier"/>
          <p:cNvSpPr txBox="1"/>
          <p:nvPr>
            <p:ph type="body" idx="13"/>
          </p:nvPr>
        </p:nvSpPr>
        <p:spPr>
          <a:xfrm>
            <a:off x="9373680" y="12045950"/>
            <a:ext cx="251333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HIGH</a:t>
            </a:r>
          </a:p>
        </p:txBody>
      </p:sp>
      <p:sp>
        <p:nvSpPr>
          <p:cNvPr id="22" name="br-matrix-p14 Placeholder Carrier"/>
          <p:cNvSpPr txBox="1"/>
          <p:nvPr>
            <p:ph type="body" idx="14"/>
          </p:nvPr>
        </p:nvSpPr>
        <p:spPr>
          <a:xfrm>
            <a:off x="1851371" y="11417300"/>
            <a:ext cx="229841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LOW</a:t>
            </a:r>
          </a:p>
        </p:txBody>
      </p:sp>
      <p:sp>
        <p:nvSpPr>
          <p:cNvPr id="23" name="br-matrix-p15 Placeholder Carrier"/>
          <p:cNvSpPr txBox="1"/>
          <p:nvPr>
            <p:ph type="body" idx="15"/>
          </p:nvPr>
        </p:nvSpPr>
        <p:spPr>
          <a:xfrm>
            <a:off x="1829880" y="4083050"/>
            <a:ext cx="251333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HIGH</a:t>
            </a:r>
          </a:p>
        </p:txBody>
      </p:sp>
      <p:sp>
        <p:nvSpPr>
          <p:cNvPr id="24" name="br-matrix-d7"/>
          <p:cNvSpPr/>
          <p:nvPr/>
        </p:nvSpPr>
        <p:spPr>
          <a:xfrm>
            <a:off x="7453312" y="5626677"/>
            <a:ext cx="990600" cy="990600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25" name="br-matrix-p16 Placeholder Carrier"/>
          <p:cNvSpPr txBox="1"/>
          <p:nvPr>
            <p:ph type="body" idx="16"/>
          </p:nvPr>
        </p:nvSpPr>
        <p:spPr>
          <a:xfrm>
            <a:off x="7665272" y="5442527"/>
            <a:ext cx="566681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Core platform</a:t>
            </a:r>
          </a:p>
        </p:txBody>
      </p:sp>
      <p:sp>
        <p:nvSpPr>
          <p:cNvPr id="26" name="br-matrix-d8"/>
          <p:cNvSpPr/>
          <p:nvPr/>
        </p:nvSpPr>
        <p:spPr>
          <a:xfrm>
            <a:off x="8498681" y="6849341"/>
            <a:ext cx="571500" cy="571500"/>
          </a:xfrm>
          <a:prstGeom prst="ellipse">
            <a:avLst/>
          </a:prstGeom>
          <a:solidFill>
            <a:srgbClr val="00A9F4">
              <a:alpha val="88000"/>
            </a:srgbClr>
          </a:solidFill>
          <a:ln>
            <a:noFill/>
          </a:ln>
        </p:spPr>
      </p:sp>
      <p:sp>
        <p:nvSpPr>
          <p:cNvPr id="27" name="br-matrix-p17 Placeholder Carrier"/>
          <p:cNvSpPr txBox="1"/>
          <p:nvPr>
            <p:ph type="body" idx="17"/>
          </p:nvPr>
        </p:nvSpPr>
        <p:spPr>
          <a:xfrm>
            <a:off x="8501091" y="6665191"/>
            <a:ext cx="566681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Data services</a:t>
            </a:r>
          </a:p>
        </p:txBody>
      </p:sp>
      <p:sp>
        <p:nvSpPr>
          <p:cNvPr id="28" name="br-matrix-d9"/>
          <p:cNvSpPr/>
          <p:nvPr/>
        </p:nvSpPr>
        <p:spPr>
          <a:xfrm>
            <a:off x="5529262" y="6606886"/>
            <a:ext cx="381000" cy="381000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29" name="br-matrix-p18 Placeholder Carrier"/>
          <p:cNvSpPr txBox="1"/>
          <p:nvPr>
            <p:ph type="body" idx="18"/>
          </p:nvPr>
        </p:nvSpPr>
        <p:spPr>
          <a:xfrm>
            <a:off x="5456877" y="6422736"/>
            <a:ext cx="525772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Field service</a:t>
            </a:r>
          </a:p>
        </p:txBody>
      </p:sp>
      <p:sp>
        <p:nvSpPr>
          <p:cNvPr id="30" name="br-matrix-d10"/>
          <p:cNvSpPr/>
          <p:nvPr/>
        </p:nvSpPr>
        <p:spPr>
          <a:xfrm>
            <a:off x="3867150" y="6920345"/>
            <a:ext cx="1104900" cy="1104900"/>
          </a:xfrm>
          <a:prstGeom prst="ellipse">
            <a:avLst/>
          </a:prstGeom>
          <a:solidFill>
            <a:srgbClr val="8FA3B0"/>
          </a:solidFill>
          <a:ln>
            <a:noFill/>
          </a:ln>
        </p:spPr>
      </p:sp>
      <p:sp>
        <p:nvSpPr>
          <p:cNvPr id="31" name="br-matrix-p19 Placeholder Carrier"/>
          <p:cNvSpPr txBox="1"/>
          <p:nvPr>
            <p:ph type="body" idx="19"/>
          </p:nvPr>
        </p:nvSpPr>
        <p:spPr>
          <a:xfrm>
            <a:off x="4135878" y="6736195"/>
            <a:ext cx="56744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Managed ops</a:t>
            </a:r>
          </a:p>
        </p:txBody>
      </p:sp>
      <p:sp>
        <p:nvSpPr>
          <p:cNvPr id="32" name="br-matrix-d11"/>
          <p:cNvSpPr/>
          <p:nvPr/>
        </p:nvSpPr>
        <p:spPr>
          <a:xfrm>
            <a:off x="2759869" y="8556914"/>
            <a:ext cx="533400" cy="533400"/>
          </a:xfrm>
          <a:prstGeom prst="ellipse">
            <a:avLst/>
          </a:prstGeom>
          <a:solidFill>
            <a:srgbClr val="B9C7CF"/>
          </a:solidFill>
          <a:ln>
            <a:noFill/>
          </a:ln>
        </p:spPr>
      </p:sp>
      <p:sp>
        <p:nvSpPr>
          <p:cNvPr id="33" name="br-matrix-p20 Placeholder Carrier"/>
          <p:cNvSpPr txBox="1"/>
          <p:nvPr>
            <p:ph type="body" idx="20"/>
          </p:nvPr>
        </p:nvSpPr>
        <p:spPr>
          <a:xfrm>
            <a:off x="2758356" y="8372764"/>
            <a:ext cx="536426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Maintenance</a:t>
            </a:r>
          </a:p>
        </p:txBody>
      </p:sp>
      <p:sp>
        <p:nvSpPr>
          <p:cNvPr id="34" name="br-matrix-d12"/>
          <p:cNvSpPr/>
          <p:nvPr/>
        </p:nvSpPr>
        <p:spPr>
          <a:xfrm>
            <a:off x="6772275" y="10264486"/>
            <a:ext cx="495300" cy="495300"/>
          </a:xfrm>
          <a:prstGeom prst="ellipse">
            <a:avLst/>
          </a:prstGeom>
          <a:solidFill>
            <a:srgbClr val="B9C7CF"/>
          </a:solidFill>
          <a:ln>
            <a:noFill/>
          </a:ln>
        </p:spPr>
      </p:sp>
      <p:sp>
        <p:nvSpPr>
          <p:cNvPr id="35" name="br-matrix-p21 Placeholder Carrier"/>
          <p:cNvSpPr txBox="1"/>
          <p:nvPr>
            <p:ph type="body" idx="21"/>
          </p:nvPr>
        </p:nvSpPr>
        <p:spPr>
          <a:xfrm>
            <a:off x="6726378" y="10080336"/>
            <a:ext cx="587093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Adjacent tools</a:t>
            </a:r>
          </a:p>
        </p:txBody>
      </p:sp>
      <p:sp>
        <p:nvSpPr>
          <p:cNvPr id="36" name="br-matrix-d13"/>
          <p:cNvSpPr/>
          <p:nvPr/>
        </p:nvSpPr>
        <p:spPr>
          <a:xfrm>
            <a:off x="3162300" y="9660082"/>
            <a:ext cx="1028700" cy="1028700"/>
          </a:xfrm>
          <a:prstGeom prst="ellipse">
            <a:avLst/>
          </a:prstGeom>
          <a:solidFill>
            <a:srgbClr val="E3120B">
              <a:alpha val="88000"/>
            </a:srgbClr>
          </a:solidFill>
          <a:ln>
            <a:noFill/>
          </a:ln>
        </p:spPr>
      </p:sp>
      <p:sp>
        <p:nvSpPr>
          <p:cNvPr id="37" name="br-matrix-p22 Placeholder Carrier"/>
          <p:cNvSpPr txBox="1"/>
          <p:nvPr>
            <p:ph type="body" idx="22"/>
          </p:nvPr>
        </p:nvSpPr>
        <p:spPr>
          <a:xfrm>
            <a:off x="3339866" y="9475932"/>
            <a:ext cx="673569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Custom projects</a:t>
            </a:r>
          </a:p>
        </p:txBody>
      </p:sp>
      <p:sp>
        <p:nvSpPr>
          <p:cNvPr id="38" name="br-matrix-d14"/>
          <p:cNvSpPr/>
          <p:nvPr/>
        </p:nvSpPr>
        <p:spPr>
          <a:xfrm>
            <a:off x="2981325" y="10863695"/>
            <a:ext cx="647700" cy="647700"/>
          </a:xfrm>
          <a:prstGeom prst="ellipse">
            <a:avLst/>
          </a:prstGeom>
          <a:solidFill>
            <a:srgbClr val="E3120B">
              <a:alpha val="88000"/>
            </a:srgbClr>
          </a:solidFill>
          <a:ln>
            <a:noFill/>
          </a:ln>
        </p:spPr>
      </p:sp>
      <p:sp>
        <p:nvSpPr>
          <p:cNvPr id="39" name="br-matrix-p23 Placeholder Carrier"/>
          <p:cNvSpPr txBox="1"/>
          <p:nvPr>
            <p:ph type="body" idx="23"/>
          </p:nvPr>
        </p:nvSpPr>
        <p:spPr>
          <a:xfrm>
            <a:off x="3100583" y="10679545"/>
            <a:ext cx="40918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Hardware</a:t>
            </a:r>
          </a:p>
        </p:txBody>
      </p:sp>
      <p:sp>
        <p:nvSpPr>
          <p:cNvPr id="40" name="br-matrix-d15"/>
          <p:cNvSpPr/>
          <p:nvPr/>
        </p:nvSpPr>
        <p:spPr>
          <a:xfrm>
            <a:off x="2538412" y="5574723"/>
            <a:ext cx="419100" cy="419100"/>
          </a:xfrm>
          <a:prstGeom prst="ellipse">
            <a:avLst/>
          </a:prstGeom>
          <a:solidFill>
            <a:srgbClr val="C9B99A"/>
          </a:solidFill>
          <a:ln>
            <a:noFill/>
          </a:ln>
        </p:spPr>
      </p:sp>
      <p:sp>
        <p:nvSpPr>
          <p:cNvPr id="41" name="br-matrix-p24 Placeholder Carrier"/>
          <p:cNvSpPr txBox="1"/>
          <p:nvPr>
            <p:ph type="body" idx="24"/>
          </p:nvPr>
        </p:nvSpPr>
        <p:spPr>
          <a:xfrm>
            <a:off x="2416197" y="5390573"/>
            <a:ext cx="663532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Legacy licences</a:t>
            </a:r>
          </a:p>
        </p:txBody>
      </p:sp>
      <p:sp>
        <p:nvSpPr>
          <p:cNvPr id="42" name="Line 42"/>
          <p:cNvSpPr/>
          <p:nvPr/>
        </p:nvSpPr>
        <p:spPr>
          <a:xfrm>
            <a:off x="857250" y="124777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071C2C"/>
            </a:solidFill>
          </a:ln>
        </p:spPr>
      </p:sp>
      <p:sp>
        <p:nvSpPr>
          <p:cNvPr id="43" name="br-matrix-p25 Placeholder Carrier"/>
          <p:cNvSpPr txBox="1"/>
          <p:nvPr>
            <p:ph type="body" idx="25"/>
          </p:nvPr>
        </p:nvSpPr>
        <p:spPr>
          <a:xfrm>
            <a:off x="852297" y="12712700"/>
            <a:ext cx="521130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50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BUILD</a:t>
            </a:r>
          </a:p>
        </p:txBody>
      </p:sp>
      <p:sp>
        <p:nvSpPr>
          <p:cNvPr id="44" name="br-matrix-p26 Placeholder Carrier"/>
          <p:cNvSpPr txBox="1"/>
          <p:nvPr>
            <p:ph type="body" idx="26"/>
          </p:nvPr>
        </p:nvSpPr>
        <p:spPr>
          <a:xfrm>
            <a:off x="851535" y="12895580"/>
            <a:ext cx="1742804" cy="6581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Fund the platform and data</a:t>
            </a:r>
            <a:b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services; protect the price</a:t>
            </a:r>
            <a:b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premium.</a:t>
            </a:r>
          </a:p>
        </p:txBody>
      </p:sp>
      <p:sp>
        <p:nvSpPr>
          <p:cNvPr id="45" name="Line 45"/>
          <p:cNvSpPr/>
          <p:nvPr/>
        </p:nvSpPr>
        <p:spPr>
          <a:xfrm>
            <a:off x="4381500" y="124777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071C2C"/>
            </a:solidFill>
          </a:ln>
        </p:spPr>
      </p:sp>
      <p:sp>
        <p:nvSpPr>
          <p:cNvPr id="46" name="br-matrix-p27 Placeholder Carrier"/>
          <p:cNvSpPr txBox="1"/>
          <p:nvPr>
            <p:ph type="body" idx="27"/>
          </p:nvPr>
        </p:nvSpPr>
        <p:spPr>
          <a:xfrm>
            <a:off x="4376547" y="12712700"/>
            <a:ext cx="269421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50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FIX</a:t>
            </a:r>
          </a:p>
        </p:txBody>
      </p:sp>
      <p:sp>
        <p:nvSpPr>
          <p:cNvPr id="47" name="br-matrix-p28 Placeholder Carrier"/>
          <p:cNvSpPr txBox="1"/>
          <p:nvPr>
            <p:ph type="body" idx="28"/>
          </p:nvPr>
        </p:nvSpPr>
        <p:spPr>
          <a:xfrm>
            <a:off x="4375785" y="12895580"/>
            <a:ext cx="1959805" cy="6581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Managed operations and</a:t>
            </a:r>
            <a:b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maintenance carry the volume;</a:t>
            </a:r>
            <a:b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simplify both.</a:t>
            </a:r>
          </a:p>
        </p:txBody>
      </p:sp>
      <p:sp>
        <p:nvSpPr>
          <p:cNvPr id="48" name="Line 48"/>
          <p:cNvSpPr/>
          <p:nvPr/>
        </p:nvSpPr>
        <p:spPr>
          <a:xfrm>
            <a:off x="7905750" y="1247775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28575">
            <a:solidFill>
              <a:srgbClr val="E3120B"/>
            </a:solidFill>
          </a:ln>
        </p:spPr>
      </p:sp>
      <p:sp>
        <p:nvSpPr>
          <p:cNvPr id="49" name="br-matrix-p29 Placeholder Carrier"/>
          <p:cNvSpPr txBox="1"/>
          <p:nvPr>
            <p:ph type="body" idx="29"/>
          </p:nvPr>
        </p:nvSpPr>
        <p:spPr>
          <a:xfrm>
            <a:off x="7900797" y="12712700"/>
            <a:ext cx="383734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EXIT</a:t>
            </a:r>
          </a:p>
        </p:txBody>
      </p:sp>
      <p:sp>
        <p:nvSpPr>
          <p:cNvPr id="50" name="br-matrix-p30 Placeholder Carrier"/>
          <p:cNvSpPr txBox="1"/>
          <p:nvPr>
            <p:ph type="body" idx="30"/>
          </p:nvPr>
        </p:nvSpPr>
        <p:spPr>
          <a:xfrm>
            <a:off x="7900035" y="12895580"/>
            <a:ext cx="2050782" cy="4391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Custom projects and hardware</a:t>
            </a:r>
            <a:b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consume capital without a moat.</a:t>
            </a:r>
          </a:p>
        </p:txBody>
      </p:sp>
      <p:sp>
        <p:nvSpPr>
          <p:cNvPr id="51" name="Line 51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52" name="br-matrix-p31 Placeholder Carrier"/>
          <p:cNvSpPr txBox="1"/>
          <p:nvPr>
            <p:ph type="body" idx="31"/>
          </p:nvPr>
        </p:nvSpPr>
        <p:spPr>
          <a:xfrm>
            <a:off x="852488" y="15824200"/>
            <a:ext cx="5692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PORTFOLIO MAP · POSITIONS AND SIZES ARE DEMONSTRATION DATA</a:t>
            </a:r>
          </a:p>
        </p:txBody>
      </p:sp>
      <p:sp>
        <p:nvSpPr>
          <p:cNvPr id="53" name="br-matrix-p32 Placeholder Carrier"/>
          <p:cNvSpPr txBox="1"/>
          <p:nvPr>
            <p:ph type="body" idx="32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54" name="br-matrix-p33 Placeholder Carrier"/>
          <p:cNvSpPr txBox="1"/>
          <p:nvPr>
            <p:ph type="sldNum" idx="33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tree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tree-p1 Placeholder Carrier"/>
          <p:cNvSpPr txBox="1"/>
          <p:nvPr>
            <p:ph type="body" idx="1"/>
          </p:nvPr>
        </p:nvSpPr>
        <p:spPr>
          <a:xfrm>
            <a:off x="1099566" y="730250"/>
            <a:ext cx="23989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DIAGNOSIS / ISSUE TREE</a:t>
            </a:r>
          </a:p>
        </p:txBody>
      </p:sp>
      <p:sp>
        <p:nvSpPr>
          <p:cNvPr id="6" name="br-tree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07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tree-p3 Placeholder Carrier"/>
          <p:cNvSpPr txBox="1"/>
          <p:nvPr>
            <p:ph type="body" idx="3"/>
          </p:nvPr>
        </p:nvSpPr>
        <p:spPr>
          <a:xfrm>
            <a:off x="852297" y="1301750"/>
            <a:ext cx="979921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DIAGNOSIS</a:t>
            </a:r>
          </a:p>
        </p:txBody>
      </p:sp>
      <p:sp>
        <p:nvSpPr>
          <p:cNvPr id="9" name="br-tree-p4 Placeholder Carrier"/>
          <p:cNvSpPr txBox="1"/>
          <p:nvPr>
            <p:ph type="title" idx="4"/>
          </p:nvPr>
        </p:nvSpPr>
        <p:spPr>
          <a:xfrm>
            <a:off x="838200" y="1553464"/>
            <a:ext cx="10061603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Launches slip for one structural reason.</a:t>
            </a:r>
          </a:p>
        </p:txBody>
      </p:sp>
      <p:sp>
        <p:nvSpPr>
          <p:cNvPr id="10" name="br-tree-p5 Placeholder Carrier"/>
          <p:cNvSpPr txBox="1"/>
          <p:nvPr>
            <p:ph type="body" idx="5"/>
          </p:nvPr>
        </p:nvSpPr>
        <p:spPr>
          <a:xfrm>
            <a:off x="848487" y="2701036"/>
            <a:ext cx="5602207" cy="633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The twenty-three day delay decomposes into three causes.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Only one of them is fixed by adding people.</a:t>
            </a:r>
          </a:p>
        </p:txBody>
      </p:sp>
      <p:sp>
        <p:nvSpPr>
          <p:cNvPr id="11" name="br-tree-d4"/>
          <p:cNvSpPr/>
          <p:nvPr/>
        </p:nvSpPr>
        <p:spPr>
          <a:xfrm>
            <a:off x="4000500" y="3429000"/>
            <a:ext cx="3810000" cy="8001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12" name="br-tree-p6 Placeholder Carrier"/>
          <p:cNvSpPr txBox="1"/>
          <p:nvPr>
            <p:ph type="body" idx="6"/>
          </p:nvPr>
        </p:nvSpPr>
        <p:spPr>
          <a:xfrm>
            <a:off x="4181475" y="3733800"/>
            <a:ext cx="242437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23-day launch delay</a:t>
            </a:r>
          </a:p>
        </p:txBody>
      </p:sp>
      <p:sp>
        <p:nvSpPr>
          <p:cNvPr id="13" name="Line 13"/>
          <p:cNvSpPr/>
          <p:nvPr/>
        </p:nvSpPr>
        <p:spPr>
          <a:xfrm>
            <a:off x="5905500" y="4229100"/>
            <a:ext cx="9525" cy="400050"/>
          </a:xfrm>
          <a:custGeom>
            <a:avLst/>
            <a:gdLst/>
            <a:ahLst/>
            <a:cxnLst/>
            <a:rect l="l" t="t" r="r" b="b"/>
            <a:pathLst>
              <a:path w="9525" h="400050">
                <a:moveTo>
                  <a:pt x="0" y="0"/>
                </a:moveTo>
                <a:lnTo>
                  <a:pt x="0" y="40005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14" name="Line 14"/>
          <p:cNvSpPr/>
          <p:nvPr/>
        </p:nvSpPr>
        <p:spPr>
          <a:xfrm>
            <a:off x="2286000" y="4629150"/>
            <a:ext cx="7239000" cy="9525"/>
          </a:xfrm>
          <a:custGeom>
            <a:avLst/>
            <a:gdLst/>
            <a:ahLst/>
            <a:cxnLst/>
            <a:rect l="l" t="t" r="r" b="b"/>
            <a:pathLst>
              <a:path w="7239000" h="9525">
                <a:moveTo>
                  <a:pt x="0" y="0"/>
                </a:moveTo>
                <a:lnTo>
                  <a:pt x="72390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15" name="Line 15"/>
          <p:cNvSpPr/>
          <p:nvPr/>
        </p:nvSpPr>
        <p:spPr>
          <a:xfrm>
            <a:off x="2286000" y="4629150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16" name="Line 16"/>
          <p:cNvSpPr/>
          <p:nvPr/>
        </p:nvSpPr>
        <p:spPr>
          <a:xfrm>
            <a:off x="5905500" y="4629150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17" name="Line 17"/>
          <p:cNvSpPr/>
          <p:nvPr/>
        </p:nvSpPr>
        <p:spPr>
          <a:xfrm>
            <a:off x="9525000" y="4629150"/>
            <a:ext cx="9525" cy="323850"/>
          </a:xfrm>
          <a:custGeom>
            <a:avLst/>
            <a:gdLst/>
            <a:ahLst/>
            <a:cxnLst/>
            <a:rect l="l" t="t" r="r" b="b"/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18" name="br-tree-d10"/>
          <p:cNvSpPr/>
          <p:nvPr/>
        </p:nvSpPr>
        <p:spPr>
          <a:xfrm>
            <a:off x="857250" y="4953000"/>
            <a:ext cx="28575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" name="br-tree-p7 Placeholder Carrier"/>
          <p:cNvSpPr txBox="1"/>
          <p:nvPr>
            <p:ph type="body" idx="7"/>
          </p:nvPr>
        </p:nvSpPr>
        <p:spPr>
          <a:xfrm>
            <a:off x="1022223" y="5162550"/>
            <a:ext cx="1128108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8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Portfolio load</a:t>
            </a:r>
          </a:p>
        </p:txBody>
      </p:sp>
      <p:sp>
        <p:nvSpPr>
          <p:cNvPr id="20" name="br-tree-p8 Placeholder Carrier"/>
          <p:cNvSpPr txBox="1"/>
          <p:nvPr>
            <p:ph type="body" idx="8"/>
          </p:nvPr>
        </p:nvSpPr>
        <p:spPr>
          <a:xfrm>
            <a:off x="1023938" y="5330952"/>
            <a:ext cx="150308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en" sz="8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Too many launches, each with a</a:t>
            </a:r>
            <a:br>
              <a:rPr lang="en" sz="8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</a:br>
            <a:r>
              <a:rPr lang="en" sz="8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business case.</a:t>
            </a:r>
          </a:p>
        </p:txBody>
      </p:sp>
      <p:sp>
        <p:nvSpPr>
          <p:cNvPr id="21" name="Line 21"/>
          <p:cNvSpPr/>
          <p:nvPr/>
        </p:nvSpPr>
        <p:spPr>
          <a:xfrm>
            <a:off x="1314450" y="5867400"/>
            <a:ext cx="9525" cy="1619250"/>
          </a:xfrm>
          <a:custGeom>
            <a:avLst/>
            <a:gdLst/>
            <a:ahLst/>
            <a:cxnLst/>
            <a:rect l="l" t="t" r="r" b="b"/>
            <a:pathLst>
              <a:path w="9525" h="1619250">
                <a:moveTo>
                  <a:pt x="0" y="0"/>
                </a:moveTo>
                <a:lnTo>
                  <a:pt x="0" y="1619250"/>
                </a:lnTo>
              </a:path>
            </a:pathLst>
          </a:custGeom>
          <a:noFill/>
          <a:ln w="9525">
            <a:solidFill>
              <a:srgbClr val="071C2C">
                <a:alpha val="50000"/>
              </a:srgbClr>
            </a:solidFill>
          </a:ln>
        </p:spPr>
      </p:sp>
      <p:sp>
        <p:nvSpPr>
          <p:cNvPr id="22" name="Line 22"/>
          <p:cNvSpPr/>
          <p:nvPr/>
        </p:nvSpPr>
        <p:spPr>
          <a:xfrm>
            <a:off x="1314450" y="6496050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9525">
            <a:solidFill>
              <a:srgbClr val="071C2C">
                <a:alpha val="50000"/>
              </a:srgbClr>
            </a:solidFill>
          </a:ln>
        </p:spPr>
      </p:sp>
      <p:sp>
        <p:nvSpPr>
          <p:cNvPr id="23" name="br-tree-d13"/>
          <p:cNvSpPr/>
          <p:nvPr/>
        </p:nvSpPr>
        <p:spPr>
          <a:xfrm>
            <a:off x="1809750" y="6210300"/>
            <a:ext cx="19050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1314450" y="7486650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9525">
            <a:solidFill>
              <a:srgbClr val="071C2C">
                <a:alpha val="50000"/>
              </a:srgbClr>
            </a:solidFill>
          </a:ln>
        </p:spPr>
      </p:sp>
      <p:sp>
        <p:nvSpPr>
          <p:cNvPr id="25" name="br-tree-d15"/>
          <p:cNvSpPr/>
          <p:nvPr/>
        </p:nvSpPr>
        <p:spPr>
          <a:xfrm>
            <a:off x="1809750" y="7200900"/>
            <a:ext cx="19050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" name="br-tree-d16"/>
          <p:cNvSpPr/>
          <p:nvPr/>
        </p:nvSpPr>
        <p:spPr>
          <a:xfrm>
            <a:off x="4476750" y="4953000"/>
            <a:ext cx="2857500" cy="9144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27" name="br-tree-p9 Placeholder Carrier"/>
          <p:cNvSpPr txBox="1"/>
          <p:nvPr>
            <p:ph type="body" idx="9"/>
          </p:nvPr>
        </p:nvSpPr>
        <p:spPr>
          <a:xfrm>
            <a:off x="4641723" y="5162550"/>
            <a:ext cx="1262711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Decision rights</a:t>
            </a:r>
          </a:p>
        </p:txBody>
      </p:sp>
      <p:sp>
        <p:nvSpPr>
          <p:cNvPr id="28" name="br-tree-p10 Placeholder Carrier"/>
          <p:cNvSpPr txBox="1"/>
          <p:nvPr>
            <p:ph type="body" idx="10"/>
          </p:nvPr>
        </p:nvSpPr>
        <p:spPr>
          <a:xfrm>
            <a:off x="4643438" y="5330952"/>
            <a:ext cx="1769449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en" sz="820" dirty="0">
                <a:solidFill>
                  <a:srgbClr val="FFE1DF"/>
                </a:solidFill>
                <a:latin typeface="+mn-lt"/>
                <a:ea typeface="+mn-ea"/>
                <a:cs typeface="+mn-cs"/>
              </a:rPr>
              <a:t>No single owner; fourteen gates share</a:t>
            </a:r>
            <a:br>
              <a:rPr lang="en" sz="820" dirty="0">
                <a:solidFill>
                  <a:srgbClr val="FFE1DF"/>
                </a:solidFill>
                <a:latin typeface="+mn-lt"/>
                <a:ea typeface="+mn-ea"/>
                <a:cs typeface="+mn-cs"/>
              </a:rPr>
            </a:br>
            <a:r>
              <a:rPr lang="en" sz="820" dirty="0">
                <a:solidFill>
                  <a:srgbClr val="FFE1DF"/>
                </a:solidFill>
                <a:latin typeface="+mn-lt"/>
                <a:ea typeface="+mn-ea"/>
                <a:cs typeface="+mn-cs"/>
              </a:rPr>
              <a:t>a veto.</a:t>
            </a:r>
          </a:p>
        </p:txBody>
      </p:sp>
      <p:sp>
        <p:nvSpPr>
          <p:cNvPr id="29" name="Line 29"/>
          <p:cNvSpPr/>
          <p:nvPr/>
        </p:nvSpPr>
        <p:spPr>
          <a:xfrm>
            <a:off x="4933950" y="5867400"/>
            <a:ext cx="9525" cy="1619250"/>
          </a:xfrm>
          <a:custGeom>
            <a:avLst/>
            <a:gdLst/>
            <a:ahLst/>
            <a:cxnLst/>
            <a:rect l="l" t="t" r="r" b="b"/>
            <a:pathLst>
              <a:path w="9525" h="1619250">
                <a:moveTo>
                  <a:pt x="0" y="0"/>
                </a:moveTo>
                <a:lnTo>
                  <a:pt x="0" y="1619250"/>
                </a:lnTo>
              </a:path>
            </a:pathLst>
          </a:custGeom>
          <a:noFill/>
          <a:ln w="9525">
            <a:solidFill>
              <a:srgbClr val="071C2C">
                <a:alpha val="50000"/>
              </a:srgbClr>
            </a:solidFill>
          </a:ln>
        </p:spPr>
      </p:sp>
      <p:sp>
        <p:nvSpPr>
          <p:cNvPr id="30" name="Line 30"/>
          <p:cNvSpPr/>
          <p:nvPr/>
        </p:nvSpPr>
        <p:spPr>
          <a:xfrm>
            <a:off x="4933950" y="6496050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9525">
            <a:solidFill>
              <a:srgbClr val="071C2C">
                <a:alpha val="50000"/>
              </a:srgbClr>
            </a:solidFill>
          </a:ln>
        </p:spPr>
      </p:sp>
      <p:sp>
        <p:nvSpPr>
          <p:cNvPr id="31" name="br-tree-d19"/>
          <p:cNvSpPr/>
          <p:nvPr/>
        </p:nvSpPr>
        <p:spPr>
          <a:xfrm>
            <a:off x="5429250" y="6210300"/>
            <a:ext cx="19050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" name="Line 32"/>
          <p:cNvSpPr/>
          <p:nvPr/>
        </p:nvSpPr>
        <p:spPr>
          <a:xfrm>
            <a:off x="4933950" y="7486650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9525">
            <a:solidFill>
              <a:srgbClr val="071C2C">
                <a:alpha val="50000"/>
              </a:srgbClr>
            </a:solidFill>
          </a:ln>
        </p:spPr>
      </p:sp>
      <p:sp>
        <p:nvSpPr>
          <p:cNvPr id="33" name="br-tree-d21"/>
          <p:cNvSpPr/>
          <p:nvPr/>
        </p:nvSpPr>
        <p:spPr>
          <a:xfrm>
            <a:off x="5429250" y="7200900"/>
            <a:ext cx="19050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4" name="br-tree-d22"/>
          <p:cNvSpPr/>
          <p:nvPr/>
        </p:nvSpPr>
        <p:spPr>
          <a:xfrm>
            <a:off x="8096250" y="4953000"/>
            <a:ext cx="28575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5" name="br-tree-p11 Placeholder Carrier"/>
          <p:cNvSpPr txBox="1"/>
          <p:nvPr>
            <p:ph type="body" idx="11"/>
          </p:nvPr>
        </p:nvSpPr>
        <p:spPr>
          <a:xfrm>
            <a:off x="8261223" y="5162550"/>
            <a:ext cx="764872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8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Handoffs</a:t>
            </a:r>
          </a:p>
        </p:txBody>
      </p:sp>
      <p:sp>
        <p:nvSpPr>
          <p:cNvPr id="36" name="br-tree-p12 Placeholder Carrier"/>
          <p:cNvSpPr txBox="1"/>
          <p:nvPr>
            <p:ph type="body" idx="12"/>
          </p:nvPr>
        </p:nvSpPr>
        <p:spPr>
          <a:xfrm>
            <a:off x="8262938" y="5330952"/>
            <a:ext cx="1583747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200"/>
              </a:lnSpc>
              <a:buNone/>
            </a:pPr>
            <a:r>
              <a:rPr lang="en" sz="8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Six teams, six systems, no shared</a:t>
            </a:r>
            <a:br>
              <a:rPr lang="en" sz="8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</a:br>
            <a:r>
              <a:rPr lang="en" sz="8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definition of done.</a:t>
            </a:r>
          </a:p>
        </p:txBody>
      </p:sp>
      <p:sp>
        <p:nvSpPr>
          <p:cNvPr id="37" name="Line 37"/>
          <p:cNvSpPr/>
          <p:nvPr/>
        </p:nvSpPr>
        <p:spPr>
          <a:xfrm>
            <a:off x="8553450" y="5867400"/>
            <a:ext cx="9525" cy="1619250"/>
          </a:xfrm>
          <a:custGeom>
            <a:avLst/>
            <a:gdLst/>
            <a:ahLst/>
            <a:cxnLst/>
            <a:rect l="l" t="t" r="r" b="b"/>
            <a:pathLst>
              <a:path w="9525" h="1619250">
                <a:moveTo>
                  <a:pt x="0" y="0"/>
                </a:moveTo>
                <a:lnTo>
                  <a:pt x="0" y="1619250"/>
                </a:lnTo>
              </a:path>
            </a:pathLst>
          </a:custGeom>
          <a:noFill/>
          <a:ln w="9525">
            <a:solidFill>
              <a:srgbClr val="071C2C">
                <a:alpha val="50000"/>
              </a:srgbClr>
            </a:solidFill>
          </a:ln>
        </p:spPr>
      </p:sp>
      <p:sp>
        <p:nvSpPr>
          <p:cNvPr id="38" name="Line 38"/>
          <p:cNvSpPr/>
          <p:nvPr/>
        </p:nvSpPr>
        <p:spPr>
          <a:xfrm>
            <a:off x="8553450" y="6496050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9525">
            <a:solidFill>
              <a:srgbClr val="071C2C">
                <a:alpha val="50000"/>
              </a:srgbClr>
            </a:solidFill>
          </a:ln>
        </p:spPr>
      </p:sp>
      <p:sp>
        <p:nvSpPr>
          <p:cNvPr id="39" name="br-tree-d25"/>
          <p:cNvSpPr/>
          <p:nvPr/>
        </p:nvSpPr>
        <p:spPr>
          <a:xfrm>
            <a:off x="9048750" y="6210300"/>
            <a:ext cx="19050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" name="Line 40"/>
          <p:cNvSpPr/>
          <p:nvPr/>
        </p:nvSpPr>
        <p:spPr>
          <a:xfrm>
            <a:off x="8553450" y="7486650"/>
            <a:ext cx="495300" cy="9525"/>
          </a:xfrm>
          <a:custGeom>
            <a:avLst/>
            <a:gdLst/>
            <a:ahLst/>
            <a:cxnLst/>
            <a:rect l="l" t="t" r="r" b="b"/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/>
          <a:ln w="9525">
            <a:solidFill>
              <a:srgbClr val="071C2C">
                <a:alpha val="50000"/>
              </a:srgbClr>
            </a:solidFill>
          </a:ln>
        </p:spPr>
      </p:sp>
      <p:sp>
        <p:nvSpPr>
          <p:cNvPr id="41" name="br-tree-d27"/>
          <p:cNvSpPr/>
          <p:nvPr/>
        </p:nvSpPr>
        <p:spPr>
          <a:xfrm>
            <a:off x="9048750" y="7200900"/>
            <a:ext cx="19050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2" name="br-tree-p13 Placeholder Carrier"/>
          <p:cNvSpPr txBox="1"/>
          <p:nvPr>
            <p:ph type="body" idx="13"/>
          </p:nvPr>
        </p:nvSpPr>
        <p:spPr>
          <a:xfrm>
            <a:off x="1938338" y="6362700"/>
            <a:ext cx="8312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11 active lines</a:t>
            </a:r>
          </a:p>
        </p:txBody>
      </p:sp>
      <p:sp>
        <p:nvSpPr>
          <p:cNvPr id="43" name="br-tree-p14 Placeholder Carrier"/>
          <p:cNvSpPr txBox="1"/>
          <p:nvPr>
            <p:ph type="body" idx="14"/>
          </p:nvPr>
        </p:nvSpPr>
        <p:spPr>
          <a:xfrm>
            <a:off x="1938338" y="6501638"/>
            <a:ext cx="1188053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Four carry 80% of revenue.</a:t>
            </a:r>
          </a:p>
        </p:txBody>
      </p:sp>
      <p:sp>
        <p:nvSpPr>
          <p:cNvPr id="44" name="br-tree-p15 Placeholder Carrier"/>
          <p:cNvSpPr txBox="1"/>
          <p:nvPr>
            <p:ph type="body" idx="15"/>
          </p:nvPr>
        </p:nvSpPr>
        <p:spPr>
          <a:xfrm>
            <a:off x="1938338" y="7353300"/>
            <a:ext cx="81408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No kill criteria</a:t>
            </a:r>
          </a:p>
        </p:txBody>
      </p:sp>
      <p:sp>
        <p:nvSpPr>
          <p:cNvPr id="45" name="br-tree-p16 Placeholder Carrier"/>
          <p:cNvSpPr txBox="1"/>
          <p:nvPr>
            <p:ph type="body" idx="16"/>
          </p:nvPr>
        </p:nvSpPr>
        <p:spPr>
          <a:xfrm>
            <a:off x="1938338" y="7479538"/>
            <a:ext cx="1015939" cy="2581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975"/>
              </a:lnSpc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Every case clears the same</a:t>
            </a:r>
            <a:b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hurdle.</a:t>
            </a:r>
          </a:p>
        </p:txBody>
      </p:sp>
      <p:sp>
        <p:nvSpPr>
          <p:cNvPr id="46" name="br-tree-p17 Placeholder Carrier"/>
          <p:cNvSpPr txBox="1"/>
          <p:nvPr>
            <p:ph type="body" idx="17"/>
          </p:nvPr>
        </p:nvSpPr>
        <p:spPr>
          <a:xfrm>
            <a:off x="5557838" y="6362700"/>
            <a:ext cx="99025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No named owner</a:t>
            </a:r>
          </a:p>
        </p:txBody>
      </p:sp>
      <p:sp>
        <p:nvSpPr>
          <p:cNvPr id="47" name="br-tree-p18 Placeholder Carrier"/>
          <p:cNvSpPr txBox="1"/>
          <p:nvPr>
            <p:ph type="body" idx="18"/>
          </p:nvPr>
        </p:nvSpPr>
        <p:spPr>
          <a:xfrm>
            <a:off x="5557838" y="6488938"/>
            <a:ext cx="969563" cy="2581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975"/>
              </a:lnSpc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Accountability split three</a:t>
            </a:r>
            <a:b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ways.</a:t>
            </a:r>
          </a:p>
        </p:txBody>
      </p:sp>
      <p:sp>
        <p:nvSpPr>
          <p:cNvPr id="48" name="br-tree-p19 Placeholder Carrier"/>
          <p:cNvSpPr txBox="1"/>
          <p:nvPr>
            <p:ph type="body" idx="19"/>
          </p:nvPr>
        </p:nvSpPr>
        <p:spPr>
          <a:xfrm>
            <a:off x="5557838" y="7353300"/>
            <a:ext cx="105052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Veto at every gate</a:t>
            </a:r>
          </a:p>
        </p:txBody>
      </p:sp>
      <p:sp>
        <p:nvSpPr>
          <p:cNvPr id="49" name="br-tree-p20 Placeholder Carrier"/>
          <p:cNvSpPr txBox="1"/>
          <p:nvPr>
            <p:ph type="body" idx="20"/>
          </p:nvPr>
        </p:nvSpPr>
        <p:spPr>
          <a:xfrm>
            <a:off x="5557838" y="7479538"/>
            <a:ext cx="914785" cy="2581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975"/>
              </a:lnSpc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Fourteen signatures, no</a:t>
            </a:r>
            <a:b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deadline.</a:t>
            </a:r>
          </a:p>
        </p:txBody>
      </p:sp>
      <p:sp>
        <p:nvSpPr>
          <p:cNvPr id="50" name="br-tree-p21 Placeholder Carrier"/>
          <p:cNvSpPr txBox="1"/>
          <p:nvPr>
            <p:ph type="body" idx="21"/>
          </p:nvPr>
        </p:nvSpPr>
        <p:spPr>
          <a:xfrm>
            <a:off x="9177338" y="6362700"/>
            <a:ext cx="84084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Six definitions</a:t>
            </a:r>
          </a:p>
        </p:txBody>
      </p:sp>
      <p:sp>
        <p:nvSpPr>
          <p:cNvPr id="51" name="br-tree-p22 Placeholder Carrier"/>
          <p:cNvSpPr txBox="1"/>
          <p:nvPr>
            <p:ph type="body" idx="22"/>
          </p:nvPr>
        </p:nvSpPr>
        <p:spPr>
          <a:xfrm>
            <a:off x="9177338" y="6501638"/>
            <a:ext cx="116681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Of 'ready' across six teams.</a:t>
            </a:r>
          </a:p>
        </p:txBody>
      </p:sp>
      <p:sp>
        <p:nvSpPr>
          <p:cNvPr id="52" name="br-tree-p23 Placeholder Carrier"/>
          <p:cNvSpPr txBox="1"/>
          <p:nvPr>
            <p:ph type="body" idx="23"/>
          </p:nvPr>
        </p:nvSpPr>
        <p:spPr>
          <a:xfrm>
            <a:off x="9177338" y="7353300"/>
            <a:ext cx="91564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Manual re-entry</a:t>
            </a:r>
          </a:p>
        </p:txBody>
      </p:sp>
      <p:sp>
        <p:nvSpPr>
          <p:cNvPr id="53" name="br-tree-p24 Placeholder Carrier"/>
          <p:cNvSpPr txBox="1"/>
          <p:nvPr>
            <p:ph type="body" idx="24"/>
          </p:nvPr>
        </p:nvSpPr>
        <p:spPr>
          <a:xfrm>
            <a:off x="9177338" y="7479538"/>
            <a:ext cx="696692" cy="2581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975"/>
              </a:lnSpc>
              <a:buNone/>
            </a:pP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Three systems, no</a:t>
            </a:r>
            <a:b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6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reconciliation.</a:t>
            </a:r>
          </a:p>
        </p:txBody>
      </p:sp>
      <p:sp>
        <p:nvSpPr>
          <p:cNvPr id="54" name="Line 54"/>
          <p:cNvSpPr/>
          <p:nvPr/>
        </p:nvSpPr>
        <p:spPr>
          <a:xfrm>
            <a:off x="857250" y="95250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55" name="br-tree-p25 Placeholder Carrier"/>
          <p:cNvSpPr txBox="1"/>
          <p:nvPr>
            <p:ph type="body" idx="25"/>
          </p:nvPr>
        </p:nvSpPr>
        <p:spPr>
          <a:xfrm>
            <a:off x="838962" y="9899650"/>
            <a:ext cx="36839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6</a:t>
            </a:r>
          </a:p>
        </p:txBody>
      </p:sp>
      <p:sp>
        <p:nvSpPr>
          <p:cNvPr id="56" name="br-tree-p26 Placeholder Carrier"/>
          <p:cNvSpPr txBox="1"/>
          <p:nvPr>
            <p:ph type="body" idx="26"/>
          </p:nvPr>
        </p:nvSpPr>
        <p:spPr>
          <a:xfrm>
            <a:off x="1709738" y="9988550"/>
            <a:ext cx="123807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PLANNING CYCLES</a:t>
            </a:r>
          </a:p>
        </p:txBody>
      </p:sp>
      <p:sp>
        <p:nvSpPr>
          <p:cNvPr id="57" name="br-tree-p27 Placeholder Carrier"/>
          <p:cNvSpPr txBox="1"/>
          <p:nvPr>
            <p:ph type="body" idx="27"/>
          </p:nvPr>
        </p:nvSpPr>
        <p:spPr>
          <a:xfrm>
            <a:off x="852297" y="10586466"/>
            <a:ext cx="182106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that re-open settled decisions</a:t>
            </a:r>
          </a:p>
        </p:txBody>
      </p:sp>
      <p:sp>
        <p:nvSpPr>
          <p:cNvPr id="58" name="br-tree-p28 Placeholder Carrier"/>
          <p:cNvSpPr txBox="1"/>
          <p:nvPr>
            <p:ph type="body" idx="28"/>
          </p:nvPr>
        </p:nvSpPr>
        <p:spPr>
          <a:xfrm>
            <a:off x="4363212" y="9899650"/>
            <a:ext cx="619919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14</a:t>
            </a:r>
          </a:p>
        </p:txBody>
      </p:sp>
      <p:sp>
        <p:nvSpPr>
          <p:cNvPr id="59" name="br-tree-p29 Placeholder Carrier"/>
          <p:cNvSpPr txBox="1"/>
          <p:nvPr>
            <p:ph type="body" idx="29"/>
          </p:nvPr>
        </p:nvSpPr>
        <p:spPr>
          <a:xfrm>
            <a:off x="5233988" y="9988550"/>
            <a:ext cx="119354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APPROVAL GATES</a:t>
            </a:r>
          </a:p>
        </p:txBody>
      </p:sp>
      <p:sp>
        <p:nvSpPr>
          <p:cNvPr id="60" name="br-tree-p30 Placeholder Carrier"/>
          <p:cNvSpPr txBox="1"/>
          <p:nvPr>
            <p:ph type="body" idx="30"/>
          </p:nvPr>
        </p:nvSpPr>
        <p:spPr>
          <a:xfrm>
            <a:off x="4376547" y="10586466"/>
            <a:ext cx="191861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between concept and shipment</a:t>
            </a:r>
          </a:p>
        </p:txBody>
      </p:sp>
      <p:sp>
        <p:nvSpPr>
          <p:cNvPr id="61" name="br-tree-p31 Placeholder Carrier"/>
          <p:cNvSpPr txBox="1"/>
          <p:nvPr>
            <p:ph type="body" idx="31"/>
          </p:nvPr>
        </p:nvSpPr>
        <p:spPr>
          <a:xfrm>
            <a:off x="7887462" y="9899650"/>
            <a:ext cx="677168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23</a:t>
            </a:r>
          </a:p>
        </p:txBody>
      </p:sp>
      <p:sp>
        <p:nvSpPr>
          <p:cNvPr id="62" name="br-tree-p32 Placeholder Carrier"/>
          <p:cNvSpPr txBox="1"/>
          <p:nvPr>
            <p:ph type="body" idx="32"/>
          </p:nvPr>
        </p:nvSpPr>
        <p:spPr>
          <a:xfrm>
            <a:off x="8758238" y="9988550"/>
            <a:ext cx="105411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DAYS OF DELAY</a:t>
            </a:r>
          </a:p>
        </p:txBody>
      </p:sp>
      <p:sp>
        <p:nvSpPr>
          <p:cNvPr id="63" name="br-tree-p33 Placeholder Carrier"/>
          <p:cNvSpPr txBox="1"/>
          <p:nvPr>
            <p:ph type="body" idx="33"/>
          </p:nvPr>
        </p:nvSpPr>
        <p:spPr>
          <a:xfrm>
            <a:off x="7900797" y="10586466"/>
            <a:ext cx="175389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added to every single launch</a:t>
            </a:r>
          </a:p>
        </p:txBody>
      </p:sp>
      <p:sp>
        <p:nvSpPr>
          <p:cNvPr id="64" name="br-tree-d29"/>
          <p:cNvSpPr/>
          <p:nvPr/>
        </p:nvSpPr>
        <p:spPr>
          <a:xfrm>
            <a:off x="0" y="11906250"/>
            <a:ext cx="11811000" cy="238125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65" name="br-tree-p34 Placeholder Carrier"/>
          <p:cNvSpPr txBox="1"/>
          <p:nvPr>
            <p:ph type="body" idx="34"/>
          </p:nvPr>
        </p:nvSpPr>
        <p:spPr>
          <a:xfrm>
            <a:off x="852488" y="12376150"/>
            <a:ext cx="13618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b="1" spc="16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THE IMPLICATION</a:t>
            </a:r>
          </a:p>
        </p:txBody>
      </p:sp>
      <p:sp>
        <p:nvSpPr>
          <p:cNvPr id="66" name="br-tree-p35 Placeholder Carrier"/>
          <p:cNvSpPr txBox="1"/>
          <p:nvPr>
            <p:ph type="body" idx="35"/>
          </p:nvPr>
        </p:nvSpPr>
        <p:spPr>
          <a:xfrm>
            <a:off x="845058" y="12795250"/>
            <a:ext cx="566493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4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One owner. Two gates. One cadence.</a:t>
            </a:r>
          </a:p>
        </p:txBody>
      </p:sp>
      <p:sp>
        <p:nvSpPr>
          <p:cNvPr id="67" name="br-tree-p36 Placeholder Carrier"/>
          <p:cNvSpPr txBox="1"/>
          <p:nvPr>
            <p:ph type="body" idx="36"/>
          </p:nvPr>
        </p:nvSpPr>
        <p:spPr>
          <a:xfrm>
            <a:off x="851154" y="13215112"/>
            <a:ext cx="4679579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en" sz="120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Move authority to a single launch owner, cut the gate sequence to two</a:t>
            </a:r>
            <a:br>
              <a:rPr lang="en" sz="120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decision points, and publish the date the owner has committed to.</a:t>
            </a:r>
          </a:p>
        </p:txBody>
      </p:sp>
      <p:sp>
        <p:nvSpPr>
          <p:cNvPr id="68" name="br-tree-p37 Placeholder Carrier"/>
          <p:cNvSpPr txBox="1"/>
          <p:nvPr>
            <p:ph type="body" idx="37"/>
          </p:nvPr>
        </p:nvSpPr>
        <p:spPr>
          <a:xfrm>
            <a:off x="10314538" y="12636500"/>
            <a:ext cx="372512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4800" b="1" dirty="0">
                <a:solidFill>
                  <a:srgbClr val="00A9F4"/>
                </a:solidFill>
                <a:latin typeface="+mj-lt"/>
                <a:ea typeface="+mj-ea"/>
                <a:cs typeface="+mj-cs"/>
              </a:rPr>
              <a:t>1</a:t>
            </a:r>
          </a:p>
        </p:txBody>
      </p:sp>
      <p:sp>
        <p:nvSpPr>
          <p:cNvPr id="69" name="br-tree-p38 Placeholder Carrier"/>
          <p:cNvSpPr txBox="1"/>
          <p:nvPr>
            <p:ph type="body" idx="38"/>
          </p:nvPr>
        </p:nvSpPr>
        <p:spPr>
          <a:xfrm>
            <a:off x="10186058" y="13417550"/>
            <a:ext cx="48670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b="1" spc="120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OWNER</a:t>
            </a:r>
          </a:p>
        </p:txBody>
      </p:sp>
      <p:sp>
        <p:nvSpPr>
          <p:cNvPr id="70" name="Line 70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71" name="br-tree-p39 Placeholder Carrier"/>
          <p:cNvSpPr txBox="1"/>
          <p:nvPr>
            <p:ph type="body" idx="39"/>
          </p:nvPr>
        </p:nvSpPr>
        <p:spPr>
          <a:xfrm>
            <a:off x="852488" y="15824200"/>
            <a:ext cx="44499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ISSUE TREE · COUNTS ARE DEMONSTRATION DATA</a:t>
            </a:r>
          </a:p>
        </p:txBody>
      </p:sp>
      <p:sp>
        <p:nvSpPr>
          <p:cNvPr id="72" name="br-tree-p40 Placeholder Carrier"/>
          <p:cNvSpPr txBox="1"/>
          <p:nvPr>
            <p:ph type="body" idx="40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73" name="br-tree-p41 Placeholder Carrier"/>
          <p:cNvSpPr txBox="1"/>
          <p:nvPr>
            <p:ph type="sldNum" idx="41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scenarios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scenarios-p1 Placeholder Carrier"/>
          <p:cNvSpPr txBox="1"/>
          <p:nvPr>
            <p:ph type="body" idx="1"/>
          </p:nvPr>
        </p:nvSpPr>
        <p:spPr>
          <a:xfrm>
            <a:off x="1099566" y="730250"/>
            <a:ext cx="17394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SCENARIOS / 2027</a:t>
            </a:r>
          </a:p>
        </p:txBody>
      </p:sp>
      <p:sp>
        <p:nvSpPr>
          <p:cNvPr id="6" name="br-scenarios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08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scenarios-p3 Placeholder Carrier"/>
          <p:cNvSpPr txBox="1"/>
          <p:nvPr>
            <p:ph type="body" idx="3"/>
          </p:nvPr>
        </p:nvSpPr>
        <p:spPr>
          <a:xfrm>
            <a:off x="852297" y="1301750"/>
            <a:ext cx="102642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SCENARIOS</a:t>
            </a:r>
          </a:p>
        </p:txBody>
      </p:sp>
      <p:sp>
        <p:nvSpPr>
          <p:cNvPr id="9" name="br-scenarios-p4 Placeholder Carrier"/>
          <p:cNvSpPr txBox="1"/>
          <p:nvPr>
            <p:ph type="title" idx="4"/>
          </p:nvPr>
        </p:nvSpPr>
        <p:spPr>
          <a:xfrm>
            <a:off x="838200" y="1553464"/>
            <a:ext cx="807729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Three futures; one is affordable.</a:t>
            </a:r>
          </a:p>
        </p:txBody>
      </p:sp>
      <p:sp>
        <p:nvSpPr>
          <p:cNvPr id="10" name="br-scenarios-p5 Placeholder Carrier"/>
          <p:cNvSpPr txBox="1"/>
          <p:nvPr>
            <p:ph type="body" idx="5"/>
          </p:nvPr>
        </p:nvSpPr>
        <p:spPr>
          <a:xfrm>
            <a:off x="848487" y="2701036"/>
            <a:ext cx="5449736" cy="9288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Each scenario holds a different demand, price and cost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path. The middle case is the only one that funds the plan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and clears the covenant.</a:t>
            </a:r>
          </a:p>
        </p:txBody>
      </p:sp>
      <p:sp>
        <p:nvSpPr>
          <p:cNvPr id="11" name="br-scenarios-d4"/>
          <p:cNvSpPr/>
          <p:nvPr/>
        </p:nvSpPr>
        <p:spPr>
          <a:xfrm>
            <a:off x="4476750" y="4057650"/>
            <a:ext cx="2857500" cy="47625"/>
          </a:xfrm>
          <a:prstGeom prst="rect">
            <a:avLst/>
          </a:prstGeom>
          <a:solidFill>
            <a:srgbClr val="00A9F4"/>
          </a:solidFill>
          <a:ln>
            <a:noFill/>
          </a:ln>
        </p:spPr>
      </p:sp>
      <p:sp>
        <p:nvSpPr>
          <p:cNvPr id="12" name="br-scenarios-p6 Placeholder Carrier"/>
          <p:cNvSpPr txBox="1"/>
          <p:nvPr>
            <p:ph type="body" idx="6"/>
          </p:nvPr>
        </p:nvSpPr>
        <p:spPr>
          <a:xfrm>
            <a:off x="851535" y="4241800"/>
            <a:ext cx="51806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120" b="1" spc="150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BASE</a:t>
            </a:r>
          </a:p>
        </p:txBody>
      </p:sp>
      <p:sp>
        <p:nvSpPr>
          <p:cNvPr id="13" name="br-scenarios-p7 Placeholder Carrier"/>
          <p:cNvSpPr txBox="1"/>
          <p:nvPr>
            <p:ph type="body" idx="7"/>
          </p:nvPr>
        </p:nvSpPr>
        <p:spPr>
          <a:xfrm>
            <a:off x="852488" y="4540250"/>
            <a:ext cx="103314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MARKETS HOLD</a:t>
            </a:r>
          </a:p>
        </p:txBody>
      </p:sp>
      <p:sp>
        <p:nvSpPr>
          <p:cNvPr id="14" name="br-scenarios-p8 Placeholder Carrier"/>
          <p:cNvSpPr txBox="1"/>
          <p:nvPr>
            <p:ph type="body" idx="8"/>
          </p:nvPr>
        </p:nvSpPr>
        <p:spPr>
          <a:xfrm>
            <a:off x="4471035" y="4241800"/>
            <a:ext cx="12921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120" b="1" spc="15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ACCELERATE</a:t>
            </a:r>
          </a:p>
        </p:txBody>
      </p:sp>
      <p:sp>
        <p:nvSpPr>
          <p:cNvPr id="15" name="br-scenarios-p9 Placeholder Carrier"/>
          <p:cNvSpPr txBox="1"/>
          <p:nvPr>
            <p:ph type="body" idx="9"/>
          </p:nvPr>
        </p:nvSpPr>
        <p:spPr>
          <a:xfrm>
            <a:off x="4471988" y="4540250"/>
            <a:ext cx="10182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RECOMMENDED</a:t>
            </a:r>
          </a:p>
        </p:txBody>
      </p:sp>
      <p:sp>
        <p:nvSpPr>
          <p:cNvPr id="16" name="br-scenarios-p10 Placeholder Carrier"/>
          <p:cNvSpPr txBox="1"/>
          <p:nvPr>
            <p:ph type="body" idx="10"/>
          </p:nvPr>
        </p:nvSpPr>
        <p:spPr>
          <a:xfrm>
            <a:off x="8090535" y="4241800"/>
            <a:ext cx="7555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12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STRESS</a:t>
            </a:r>
          </a:p>
        </p:txBody>
      </p:sp>
      <p:sp>
        <p:nvSpPr>
          <p:cNvPr id="17" name="br-scenarios-p11 Placeholder Carrier"/>
          <p:cNvSpPr txBox="1"/>
          <p:nvPr>
            <p:ph type="body" idx="11"/>
          </p:nvPr>
        </p:nvSpPr>
        <p:spPr>
          <a:xfrm>
            <a:off x="8091488" y="4540250"/>
            <a:ext cx="140105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DEMAND CONTRACTS</a:t>
            </a:r>
          </a:p>
        </p:txBody>
      </p:sp>
      <p:sp>
        <p:nvSpPr>
          <p:cNvPr id="18" name="br-scenarios-p12 Placeholder Carrier"/>
          <p:cNvSpPr txBox="1"/>
          <p:nvPr>
            <p:ph type="body" idx="12"/>
          </p:nvPr>
        </p:nvSpPr>
        <p:spPr>
          <a:xfrm>
            <a:off x="852488" y="5226050"/>
            <a:ext cx="117246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DEMAND GROWTH</a:t>
            </a:r>
          </a:p>
        </p:txBody>
      </p:sp>
      <p:sp>
        <p:nvSpPr>
          <p:cNvPr id="19" name="br-scenarios-p13 Placeholder Carrier"/>
          <p:cNvSpPr txBox="1"/>
          <p:nvPr>
            <p:ph type="body" idx="13"/>
          </p:nvPr>
        </p:nvSpPr>
        <p:spPr>
          <a:xfrm>
            <a:off x="848106" y="5410200"/>
            <a:ext cx="7121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+2.1%</a:t>
            </a:r>
          </a:p>
        </p:txBody>
      </p:sp>
      <p:sp>
        <p:nvSpPr>
          <p:cNvPr id="20" name="br-scenarios-p14 Placeholder Carrier"/>
          <p:cNvSpPr txBox="1"/>
          <p:nvPr>
            <p:ph type="body" idx="14"/>
          </p:nvPr>
        </p:nvSpPr>
        <p:spPr>
          <a:xfrm>
            <a:off x="4467606" y="5410200"/>
            <a:ext cx="7121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+4.0%</a:t>
            </a:r>
          </a:p>
        </p:txBody>
      </p:sp>
      <p:sp>
        <p:nvSpPr>
          <p:cNvPr id="21" name="br-scenarios-p15 Placeholder Carrier"/>
          <p:cNvSpPr txBox="1"/>
          <p:nvPr>
            <p:ph type="body" idx="15"/>
          </p:nvPr>
        </p:nvSpPr>
        <p:spPr>
          <a:xfrm>
            <a:off x="8087106" y="5410200"/>
            <a:ext cx="65131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-1.5%</a:t>
            </a:r>
          </a:p>
        </p:txBody>
      </p:sp>
      <p:sp>
        <p:nvSpPr>
          <p:cNvPr id="22" name="Line 22"/>
          <p:cNvSpPr/>
          <p:nvPr/>
        </p:nvSpPr>
        <p:spPr>
          <a:xfrm>
            <a:off x="857250" y="59626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3" name="br-scenarios-p16 Placeholder Carrier"/>
          <p:cNvSpPr txBox="1"/>
          <p:nvPr>
            <p:ph type="body" idx="16"/>
          </p:nvPr>
        </p:nvSpPr>
        <p:spPr>
          <a:xfrm>
            <a:off x="852488" y="6369050"/>
            <a:ext cx="39530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PRICE</a:t>
            </a:r>
          </a:p>
        </p:txBody>
      </p:sp>
      <p:sp>
        <p:nvSpPr>
          <p:cNvPr id="24" name="br-scenarios-p17 Placeholder Carrier"/>
          <p:cNvSpPr txBox="1"/>
          <p:nvPr>
            <p:ph type="body" idx="17"/>
          </p:nvPr>
        </p:nvSpPr>
        <p:spPr>
          <a:xfrm>
            <a:off x="848106" y="6553200"/>
            <a:ext cx="45517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Flat</a:t>
            </a:r>
          </a:p>
        </p:txBody>
      </p:sp>
      <p:sp>
        <p:nvSpPr>
          <p:cNvPr id="25" name="br-scenarios-p18 Placeholder Carrier"/>
          <p:cNvSpPr txBox="1"/>
          <p:nvPr>
            <p:ph type="body" idx="18"/>
          </p:nvPr>
        </p:nvSpPr>
        <p:spPr>
          <a:xfrm>
            <a:off x="4467606" y="6553200"/>
            <a:ext cx="71213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+1.0%</a:t>
            </a:r>
          </a:p>
        </p:txBody>
      </p:sp>
      <p:sp>
        <p:nvSpPr>
          <p:cNvPr id="26" name="br-scenarios-p19 Placeholder Carrier"/>
          <p:cNvSpPr txBox="1"/>
          <p:nvPr>
            <p:ph type="body" idx="19"/>
          </p:nvPr>
        </p:nvSpPr>
        <p:spPr>
          <a:xfrm>
            <a:off x="8087106" y="6553200"/>
            <a:ext cx="65131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-2.0%</a:t>
            </a:r>
          </a:p>
        </p:txBody>
      </p:sp>
      <p:sp>
        <p:nvSpPr>
          <p:cNvPr id="27" name="Line 27"/>
          <p:cNvSpPr/>
          <p:nvPr/>
        </p:nvSpPr>
        <p:spPr>
          <a:xfrm>
            <a:off x="857250" y="71056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8" name="br-scenarios-p20 Placeholder Carrier"/>
          <p:cNvSpPr txBox="1"/>
          <p:nvPr>
            <p:ph type="body" idx="20"/>
          </p:nvPr>
        </p:nvSpPr>
        <p:spPr>
          <a:xfrm>
            <a:off x="852488" y="7512050"/>
            <a:ext cx="85846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2027 MARGIN</a:t>
            </a:r>
          </a:p>
        </p:txBody>
      </p:sp>
      <p:sp>
        <p:nvSpPr>
          <p:cNvPr id="29" name="br-scenarios-p21 Placeholder Carrier"/>
          <p:cNvSpPr txBox="1"/>
          <p:nvPr>
            <p:ph type="body" idx="21"/>
          </p:nvPr>
        </p:nvSpPr>
        <p:spPr>
          <a:xfrm>
            <a:off x="848106" y="7696200"/>
            <a:ext cx="7053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21.0%</a:t>
            </a:r>
          </a:p>
        </p:txBody>
      </p:sp>
      <p:sp>
        <p:nvSpPr>
          <p:cNvPr id="30" name="br-scenarios-p22 Placeholder Carrier"/>
          <p:cNvSpPr txBox="1"/>
          <p:nvPr>
            <p:ph type="body" idx="22"/>
          </p:nvPr>
        </p:nvSpPr>
        <p:spPr>
          <a:xfrm>
            <a:off x="4467606" y="7696200"/>
            <a:ext cx="7053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22.8%</a:t>
            </a:r>
          </a:p>
        </p:txBody>
      </p:sp>
      <p:sp>
        <p:nvSpPr>
          <p:cNvPr id="31" name="br-scenarios-p23 Placeholder Carrier"/>
          <p:cNvSpPr txBox="1"/>
          <p:nvPr>
            <p:ph type="body" idx="23"/>
          </p:nvPr>
        </p:nvSpPr>
        <p:spPr>
          <a:xfrm>
            <a:off x="8087106" y="7696200"/>
            <a:ext cx="7053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17.9%</a:t>
            </a:r>
          </a:p>
        </p:txBody>
      </p:sp>
      <p:sp>
        <p:nvSpPr>
          <p:cNvPr id="32" name="Line 32"/>
          <p:cNvSpPr/>
          <p:nvPr/>
        </p:nvSpPr>
        <p:spPr>
          <a:xfrm>
            <a:off x="857250" y="82486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33" name="br-scenarios-p24 Placeholder Carrier"/>
          <p:cNvSpPr txBox="1"/>
          <p:nvPr>
            <p:ph type="body" idx="24"/>
          </p:nvPr>
        </p:nvSpPr>
        <p:spPr>
          <a:xfrm>
            <a:off x="852488" y="8655050"/>
            <a:ext cx="74544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FREE CASH</a:t>
            </a:r>
          </a:p>
        </p:txBody>
      </p:sp>
      <p:sp>
        <p:nvSpPr>
          <p:cNvPr id="34" name="br-scenarios-p25 Placeholder Carrier"/>
          <p:cNvSpPr txBox="1"/>
          <p:nvPr>
            <p:ph type="body" idx="25"/>
          </p:nvPr>
        </p:nvSpPr>
        <p:spPr>
          <a:xfrm>
            <a:off x="848106" y="8839200"/>
            <a:ext cx="65116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0.9bn</a:t>
            </a:r>
          </a:p>
        </p:txBody>
      </p:sp>
      <p:sp>
        <p:nvSpPr>
          <p:cNvPr id="35" name="br-scenarios-p26 Placeholder Carrier"/>
          <p:cNvSpPr txBox="1"/>
          <p:nvPr>
            <p:ph type="body" idx="26"/>
          </p:nvPr>
        </p:nvSpPr>
        <p:spPr>
          <a:xfrm>
            <a:off x="4467606" y="8839200"/>
            <a:ext cx="65116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1.4bn</a:t>
            </a:r>
          </a:p>
        </p:txBody>
      </p:sp>
      <p:sp>
        <p:nvSpPr>
          <p:cNvPr id="36" name="br-scenarios-p27 Placeholder Carrier"/>
          <p:cNvSpPr txBox="1"/>
          <p:nvPr>
            <p:ph type="body" idx="27"/>
          </p:nvPr>
        </p:nvSpPr>
        <p:spPr>
          <a:xfrm>
            <a:off x="8087106" y="8839200"/>
            <a:ext cx="65116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0.3bn</a:t>
            </a:r>
          </a:p>
        </p:txBody>
      </p:sp>
      <p:sp>
        <p:nvSpPr>
          <p:cNvPr id="37" name="Line 37"/>
          <p:cNvSpPr/>
          <p:nvPr/>
        </p:nvSpPr>
        <p:spPr>
          <a:xfrm>
            <a:off x="857250" y="93916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38" name="br-scenarios-p28 Placeholder Carrier"/>
          <p:cNvSpPr txBox="1"/>
          <p:nvPr>
            <p:ph type="body" idx="28"/>
          </p:nvPr>
        </p:nvSpPr>
        <p:spPr>
          <a:xfrm>
            <a:off x="852488" y="9798050"/>
            <a:ext cx="81056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HEADCOUNT</a:t>
            </a:r>
          </a:p>
        </p:txBody>
      </p:sp>
      <p:sp>
        <p:nvSpPr>
          <p:cNvPr id="39" name="br-scenarios-p29 Placeholder Carrier"/>
          <p:cNvSpPr txBox="1"/>
          <p:nvPr>
            <p:ph type="body" idx="29"/>
          </p:nvPr>
        </p:nvSpPr>
        <p:spPr>
          <a:xfrm>
            <a:off x="848106" y="9982200"/>
            <a:ext cx="45517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Flat</a:t>
            </a:r>
          </a:p>
        </p:txBody>
      </p:sp>
      <p:sp>
        <p:nvSpPr>
          <p:cNvPr id="40" name="br-scenarios-p30 Placeholder Carrier"/>
          <p:cNvSpPr txBox="1"/>
          <p:nvPr>
            <p:ph type="body" idx="30"/>
          </p:nvPr>
        </p:nvSpPr>
        <p:spPr>
          <a:xfrm>
            <a:off x="4467606" y="9982200"/>
            <a:ext cx="44922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-4%</a:t>
            </a:r>
          </a:p>
        </p:txBody>
      </p:sp>
      <p:sp>
        <p:nvSpPr>
          <p:cNvPr id="41" name="br-scenarios-p31 Placeholder Carrier"/>
          <p:cNvSpPr txBox="1"/>
          <p:nvPr>
            <p:ph type="body" idx="31"/>
          </p:nvPr>
        </p:nvSpPr>
        <p:spPr>
          <a:xfrm>
            <a:off x="8087106" y="9982200"/>
            <a:ext cx="44922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-9%</a:t>
            </a:r>
          </a:p>
        </p:txBody>
      </p:sp>
      <p:sp>
        <p:nvSpPr>
          <p:cNvPr id="42" name="Line 42"/>
          <p:cNvSpPr/>
          <p:nvPr/>
        </p:nvSpPr>
        <p:spPr>
          <a:xfrm>
            <a:off x="857250" y="105346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3" name="br-scenarios-p32 Placeholder Carrier"/>
          <p:cNvSpPr txBox="1"/>
          <p:nvPr>
            <p:ph type="body" idx="32"/>
          </p:nvPr>
        </p:nvSpPr>
        <p:spPr>
          <a:xfrm>
            <a:off x="852488" y="10979150"/>
            <a:ext cx="31618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2027 OPERATING MARGIN / COVENANT AT 22.0%</a:t>
            </a:r>
          </a:p>
        </p:txBody>
      </p:sp>
      <p:sp>
        <p:nvSpPr>
          <p:cNvPr id="44" name="Line 44"/>
          <p:cNvSpPr/>
          <p:nvPr/>
        </p:nvSpPr>
        <p:spPr>
          <a:xfrm>
            <a:off x="4286250" y="11430000"/>
            <a:ext cx="9525" cy="1447800"/>
          </a:xfrm>
          <a:custGeom>
            <a:avLst/>
            <a:gdLst/>
            <a:ahLst/>
            <a:cxnLst/>
            <a:rect l="l" t="t" r="r" b="b"/>
            <a:pathLst>
              <a:path w="9525"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5" name="br-scenarios-p33 Placeholder Carrier"/>
          <p:cNvSpPr txBox="1"/>
          <p:nvPr>
            <p:ph type="body" idx="33"/>
          </p:nvPr>
        </p:nvSpPr>
        <p:spPr>
          <a:xfrm>
            <a:off x="4189873" y="12998450"/>
            <a:ext cx="192755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16%</a:t>
            </a:r>
          </a:p>
        </p:txBody>
      </p:sp>
      <p:sp>
        <p:nvSpPr>
          <p:cNvPr id="46" name="Line 46"/>
          <p:cNvSpPr/>
          <p:nvPr/>
        </p:nvSpPr>
        <p:spPr>
          <a:xfrm>
            <a:off x="5953125" y="11430000"/>
            <a:ext cx="9525" cy="1447800"/>
          </a:xfrm>
          <a:custGeom>
            <a:avLst/>
            <a:gdLst/>
            <a:ahLst/>
            <a:cxnLst/>
            <a:rect l="l" t="t" r="r" b="b"/>
            <a:pathLst>
              <a:path w="9525"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7" name="br-scenarios-p34 Placeholder Carrier"/>
          <p:cNvSpPr txBox="1"/>
          <p:nvPr>
            <p:ph type="body" idx="34"/>
          </p:nvPr>
        </p:nvSpPr>
        <p:spPr>
          <a:xfrm>
            <a:off x="5856748" y="12998450"/>
            <a:ext cx="192755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18%</a:t>
            </a:r>
          </a:p>
        </p:txBody>
      </p:sp>
      <p:sp>
        <p:nvSpPr>
          <p:cNvPr id="48" name="Line 48"/>
          <p:cNvSpPr/>
          <p:nvPr/>
        </p:nvSpPr>
        <p:spPr>
          <a:xfrm>
            <a:off x="7620000" y="11430000"/>
            <a:ext cx="9525" cy="1447800"/>
          </a:xfrm>
          <a:custGeom>
            <a:avLst/>
            <a:gdLst/>
            <a:ahLst/>
            <a:cxnLst/>
            <a:rect l="l" t="t" r="r" b="b"/>
            <a:pathLst>
              <a:path w="9525"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9" name="br-scenarios-p35 Placeholder Carrier"/>
          <p:cNvSpPr txBox="1"/>
          <p:nvPr>
            <p:ph type="body" idx="35"/>
          </p:nvPr>
        </p:nvSpPr>
        <p:spPr>
          <a:xfrm>
            <a:off x="7523623" y="12998450"/>
            <a:ext cx="192755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20%</a:t>
            </a:r>
          </a:p>
        </p:txBody>
      </p:sp>
      <p:sp>
        <p:nvSpPr>
          <p:cNvPr id="50" name="Line 50"/>
          <p:cNvSpPr/>
          <p:nvPr/>
        </p:nvSpPr>
        <p:spPr>
          <a:xfrm>
            <a:off x="9286875" y="11430000"/>
            <a:ext cx="9525" cy="1447800"/>
          </a:xfrm>
          <a:custGeom>
            <a:avLst/>
            <a:gdLst/>
            <a:ahLst/>
            <a:cxnLst/>
            <a:rect l="l" t="t" r="r" b="b"/>
            <a:pathLst>
              <a:path w="9525"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51" name="br-scenarios-p36 Placeholder Carrier"/>
          <p:cNvSpPr txBox="1"/>
          <p:nvPr>
            <p:ph type="body" idx="36"/>
          </p:nvPr>
        </p:nvSpPr>
        <p:spPr>
          <a:xfrm>
            <a:off x="9190498" y="12998450"/>
            <a:ext cx="192755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22%</a:t>
            </a:r>
          </a:p>
        </p:txBody>
      </p:sp>
      <p:sp>
        <p:nvSpPr>
          <p:cNvPr id="52" name="Line 52"/>
          <p:cNvSpPr/>
          <p:nvPr/>
        </p:nvSpPr>
        <p:spPr>
          <a:xfrm>
            <a:off x="10953750" y="11430000"/>
            <a:ext cx="9525" cy="1447800"/>
          </a:xfrm>
          <a:custGeom>
            <a:avLst/>
            <a:gdLst/>
            <a:ahLst/>
            <a:cxnLst/>
            <a:rect l="l" t="t" r="r" b="b"/>
            <a:pathLst>
              <a:path w="9525" h="1447800">
                <a:moveTo>
                  <a:pt x="0" y="0"/>
                </a:moveTo>
                <a:lnTo>
                  <a:pt x="0" y="144780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53" name="br-scenarios-p37 Placeholder Carrier"/>
          <p:cNvSpPr txBox="1"/>
          <p:nvPr>
            <p:ph type="body" idx="37"/>
          </p:nvPr>
        </p:nvSpPr>
        <p:spPr>
          <a:xfrm>
            <a:off x="10857373" y="12998450"/>
            <a:ext cx="192755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24%</a:t>
            </a:r>
          </a:p>
        </p:txBody>
      </p:sp>
      <p:sp>
        <p:nvSpPr>
          <p:cNvPr id="54" name="Line 54"/>
          <p:cNvSpPr/>
          <p:nvPr/>
        </p:nvSpPr>
        <p:spPr>
          <a:xfrm>
            <a:off x="9286875" y="11296650"/>
            <a:ext cx="9525" cy="1581150"/>
          </a:xfrm>
          <a:custGeom>
            <a:avLst/>
            <a:gdLst/>
            <a:ahLst/>
            <a:cxnLst/>
            <a:rect l="l" t="t" r="r" b="b"/>
            <a:pathLst>
              <a:path w="9525" h="1581150">
                <a:moveTo>
                  <a:pt x="0" y="0"/>
                </a:moveTo>
                <a:lnTo>
                  <a:pt x="0" y="1581150"/>
                </a:lnTo>
              </a:path>
            </a:pathLst>
          </a:custGeom>
          <a:noFill/>
          <a:ln w="9525">
            <a:solidFill>
              <a:srgbClr val="E3120B">
                <a:alpha val="90000"/>
              </a:srgbClr>
            </a:solidFill>
            <a:custDash>
              <a:ds d="500000" sp="400000"/>
            </a:custDash>
          </a:ln>
        </p:spPr>
      </p:sp>
      <p:sp>
        <p:nvSpPr>
          <p:cNvPr id="55" name="br-scenarios-p38 Placeholder Carrier"/>
          <p:cNvSpPr txBox="1"/>
          <p:nvPr>
            <p:ph type="body" idx="38"/>
          </p:nvPr>
        </p:nvSpPr>
        <p:spPr>
          <a:xfrm>
            <a:off x="9377362" y="11322050"/>
            <a:ext cx="641889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COVENANT</a:t>
            </a:r>
          </a:p>
        </p:txBody>
      </p:sp>
      <p:sp>
        <p:nvSpPr>
          <p:cNvPr id="56" name="br-scenarios-d16"/>
          <p:cNvSpPr/>
          <p:nvPr/>
        </p:nvSpPr>
        <p:spPr>
          <a:xfrm>
            <a:off x="809625" y="11687175"/>
            <a:ext cx="95250" cy="95250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57" name="br-scenarios-p39 Placeholder Carrier"/>
          <p:cNvSpPr txBox="1"/>
          <p:nvPr>
            <p:ph type="body" idx="39"/>
          </p:nvPr>
        </p:nvSpPr>
        <p:spPr>
          <a:xfrm>
            <a:off x="1004888" y="11709400"/>
            <a:ext cx="37839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b="1" spc="10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BASE</a:t>
            </a:r>
          </a:p>
        </p:txBody>
      </p:sp>
      <p:sp>
        <p:nvSpPr>
          <p:cNvPr id="58" name="br-scenarios-d17"/>
          <p:cNvSpPr/>
          <p:nvPr/>
        </p:nvSpPr>
        <p:spPr>
          <a:xfrm>
            <a:off x="8358188" y="11677650"/>
            <a:ext cx="190500" cy="190500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59" name="br-scenarios-p40 Placeholder Carrier"/>
          <p:cNvSpPr txBox="1"/>
          <p:nvPr>
            <p:ph type="body" idx="40"/>
          </p:nvPr>
        </p:nvSpPr>
        <p:spPr>
          <a:xfrm>
            <a:off x="8601075" y="11706225"/>
            <a:ext cx="35308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21.0%</a:t>
            </a:r>
          </a:p>
        </p:txBody>
      </p:sp>
      <p:sp>
        <p:nvSpPr>
          <p:cNvPr id="60" name="br-scenarios-d18"/>
          <p:cNvSpPr/>
          <p:nvPr/>
        </p:nvSpPr>
        <p:spPr>
          <a:xfrm>
            <a:off x="809625" y="12163425"/>
            <a:ext cx="95250" cy="95250"/>
          </a:xfrm>
          <a:prstGeom prst="ellipse">
            <a:avLst/>
          </a:prstGeom>
          <a:solidFill>
            <a:srgbClr val="00A9F4"/>
          </a:solidFill>
          <a:ln>
            <a:noFill/>
          </a:ln>
        </p:spPr>
      </p:sp>
      <p:sp>
        <p:nvSpPr>
          <p:cNvPr id="61" name="br-scenarios-p41 Placeholder Carrier"/>
          <p:cNvSpPr txBox="1"/>
          <p:nvPr>
            <p:ph type="body" idx="41"/>
          </p:nvPr>
        </p:nvSpPr>
        <p:spPr>
          <a:xfrm>
            <a:off x="1004888" y="12185650"/>
            <a:ext cx="94099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b="1" spc="10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ACCELERATE</a:t>
            </a:r>
          </a:p>
        </p:txBody>
      </p:sp>
      <p:sp>
        <p:nvSpPr>
          <p:cNvPr id="62" name="br-scenarios-d19"/>
          <p:cNvSpPr/>
          <p:nvPr/>
        </p:nvSpPr>
        <p:spPr>
          <a:xfrm>
            <a:off x="9858375" y="12153900"/>
            <a:ext cx="190500" cy="190500"/>
          </a:xfrm>
          <a:prstGeom prst="ellipse">
            <a:avLst/>
          </a:prstGeom>
          <a:solidFill>
            <a:srgbClr val="00A9F4"/>
          </a:solidFill>
          <a:ln>
            <a:noFill/>
          </a:ln>
        </p:spPr>
      </p:sp>
      <p:sp>
        <p:nvSpPr>
          <p:cNvPr id="63" name="br-scenarios-p42 Placeholder Carrier"/>
          <p:cNvSpPr txBox="1"/>
          <p:nvPr>
            <p:ph type="body" idx="42"/>
          </p:nvPr>
        </p:nvSpPr>
        <p:spPr>
          <a:xfrm>
            <a:off x="10101262" y="12182475"/>
            <a:ext cx="35308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22.8%</a:t>
            </a:r>
          </a:p>
        </p:txBody>
      </p:sp>
      <p:sp>
        <p:nvSpPr>
          <p:cNvPr id="64" name="br-scenarios-d20"/>
          <p:cNvSpPr/>
          <p:nvPr/>
        </p:nvSpPr>
        <p:spPr>
          <a:xfrm>
            <a:off x="809625" y="12639675"/>
            <a:ext cx="95250" cy="95250"/>
          </a:xfrm>
          <a:prstGeom prst="ellipse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65" name="br-scenarios-p43 Placeholder Carrier"/>
          <p:cNvSpPr txBox="1"/>
          <p:nvPr>
            <p:ph type="body" idx="43"/>
          </p:nvPr>
        </p:nvSpPr>
        <p:spPr>
          <a:xfrm>
            <a:off x="1004888" y="12661900"/>
            <a:ext cx="55086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b="1" spc="10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STRESS</a:t>
            </a:r>
          </a:p>
        </p:txBody>
      </p:sp>
      <p:sp>
        <p:nvSpPr>
          <p:cNvPr id="66" name="br-scenarios-d21"/>
          <p:cNvSpPr/>
          <p:nvPr/>
        </p:nvSpPr>
        <p:spPr>
          <a:xfrm>
            <a:off x="5774531" y="12630150"/>
            <a:ext cx="190500" cy="190500"/>
          </a:xfrm>
          <a:prstGeom prst="ellipse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67" name="br-scenarios-p44 Placeholder Carrier"/>
          <p:cNvSpPr txBox="1"/>
          <p:nvPr>
            <p:ph type="body" idx="44"/>
          </p:nvPr>
        </p:nvSpPr>
        <p:spPr>
          <a:xfrm>
            <a:off x="6017419" y="12658725"/>
            <a:ext cx="35308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17.9%</a:t>
            </a:r>
          </a:p>
        </p:txBody>
      </p:sp>
      <p:sp>
        <p:nvSpPr>
          <p:cNvPr id="68" name="br-scenarios-d22"/>
          <p:cNvSpPr/>
          <p:nvPr/>
        </p:nvSpPr>
        <p:spPr>
          <a:xfrm>
            <a:off x="857250" y="14097000"/>
            <a:ext cx="38100" cy="47625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69" name="br-scenarios-p45 Placeholder Carrier"/>
          <p:cNvSpPr txBox="1"/>
          <p:nvPr>
            <p:ph type="body" idx="45"/>
          </p:nvPr>
        </p:nvSpPr>
        <p:spPr>
          <a:xfrm>
            <a:off x="1042988" y="14287500"/>
            <a:ext cx="49578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9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SWITCH TRIGGER: two consecutive quarters of order intake below 2%.</a:t>
            </a:r>
          </a:p>
        </p:txBody>
      </p:sp>
      <p:sp>
        <p:nvSpPr>
          <p:cNvPr id="70" name="Line 70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71" name="br-scenarios-p46 Placeholder Carrier"/>
          <p:cNvSpPr txBox="1"/>
          <p:nvPr>
            <p:ph type="body" idx="46"/>
          </p:nvPr>
        </p:nvSpPr>
        <p:spPr>
          <a:xfrm>
            <a:off x="852488" y="15824200"/>
            <a:ext cx="490269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SCENARIO SET · ALL VALUES ARE DEMONSTRATION DATA</a:t>
            </a:r>
          </a:p>
        </p:txBody>
      </p:sp>
      <p:sp>
        <p:nvSpPr>
          <p:cNvPr id="72" name="br-scenarios-p47 Placeholder Carrier"/>
          <p:cNvSpPr txBox="1"/>
          <p:nvPr>
            <p:ph type="body" idx="47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73" name="br-scenarios-p48 Placeholder Carrier"/>
          <p:cNvSpPr txBox="1"/>
          <p:nvPr>
            <p:ph type="sldNum" idx="48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choice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choice-p1 Placeholder Carrier"/>
          <p:cNvSpPr txBox="1"/>
          <p:nvPr>
            <p:ph type="body" idx="1"/>
          </p:nvPr>
        </p:nvSpPr>
        <p:spPr>
          <a:xfrm>
            <a:off x="1099566" y="730250"/>
            <a:ext cx="32161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THE CHOICE / OPERATING MODEL</a:t>
            </a:r>
          </a:p>
        </p:txBody>
      </p:sp>
      <p:sp>
        <p:nvSpPr>
          <p:cNvPr id="6" name="br-choice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09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choice-p3 Placeholder Carrier"/>
          <p:cNvSpPr txBox="1"/>
          <p:nvPr>
            <p:ph type="body" idx="3"/>
          </p:nvPr>
        </p:nvSpPr>
        <p:spPr>
          <a:xfrm>
            <a:off x="852297" y="1301750"/>
            <a:ext cx="108078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THE CHOICE</a:t>
            </a:r>
          </a:p>
        </p:txBody>
      </p:sp>
      <p:sp>
        <p:nvSpPr>
          <p:cNvPr id="9" name="br-choice-p4 Placeholder Carrier"/>
          <p:cNvSpPr txBox="1"/>
          <p:nvPr>
            <p:ph type="title" idx="4"/>
          </p:nvPr>
        </p:nvSpPr>
        <p:spPr>
          <a:xfrm>
            <a:off x="838200" y="1553464"/>
            <a:ext cx="933369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Three operating models, one answer.</a:t>
            </a:r>
          </a:p>
        </p:txBody>
      </p:sp>
      <p:sp>
        <p:nvSpPr>
          <p:cNvPr id="10" name="br-choice-p5 Placeholder Carrier"/>
          <p:cNvSpPr txBox="1"/>
          <p:nvPr>
            <p:ph type="body" idx="5"/>
          </p:nvPr>
        </p:nvSpPr>
        <p:spPr>
          <a:xfrm>
            <a:off x="849249" y="2696972"/>
            <a:ext cx="6120340" cy="579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126"/>
              </a:lnSpc>
              <a:buNone/>
            </a:pPr>
            <a:r>
              <a:rPr lang="en" sz="15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The question is not centralise or decentralise. It is where the decision</a:t>
            </a:r>
            <a:br>
              <a:rPr lang="en" sz="15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right sits for launches, pricing and service.</a:t>
            </a:r>
          </a:p>
        </p:txBody>
      </p:sp>
      <p:sp>
        <p:nvSpPr>
          <p:cNvPr id="11" name="br-choice-d4"/>
          <p:cNvSpPr/>
          <p:nvPr/>
        </p:nvSpPr>
        <p:spPr>
          <a:xfrm>
            <a:off x="857250" y="3676650"/>
            <a:ext cx="10096500" cy="6096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12" name="br-choice-d5"/>
          <p:cNvSpPr/>
          <p:nvPr/>
        </p:nvSpPr>
        <p:spPr>
          <a:xfrm>
            <a:off x="6096000" y="4286250"/>
            <a:ext cx="2381250" cy="5619750"/>
          </a:xfrm>
          <a:prstGeom prst="rect">
            <a:avLst/>
          </a:prstGeom>
          <a:solidFill>
            <a:srgbClr val="E9EEF1">
              <a:alpha val="85000"/>
            </a:srgbClr>
          </a:solidFill>
          <a:ln>
            <a:noFill/>
          </a:ln>
        </p:spPr>
      </p:sp>
      <p:sp>
        <p:nvSpPr>
          <p:cNvPr id="13" name="br-choice-p6 Placeholder Carrier"/>
          <p:cNvSpPr txBox="1"/>
          <p:nvPr>
            <p:ph type="body" idx="6"/>
          </p:nvPr>
        </p:nvSpPr>
        <p:spPr>
          <a:xfrm>
            <a:off x="1042988" y="3949700"/>
            <a:ext cx="7328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CRITERION</a:t>
            </a:r>
          </a:p>
        </p:txBody>
      </p:sp>
      <p:sp>
        <p:nvSpPr>
          <p:cNvPr id="14" name="br-choice-p7 Placeholder Carrier"/>
          <p:cNvSpPr txBox="1"/>
          <p:nvPr>
            <p:ph type="body" idx="7"/>
          </p:nvPr>
        </p:nvSpPr>
        <p:spPr>
          <a:xfrm>
            <a:off x="3805238" y="3949700"/>
            <a:ext cx="86249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STATUS QUO</a:t>
            </a:r>
          </a:p>
        </p:txBody>
      </p:sp>
      <p:sp>
        <p:nvSpPr>
          <p:cNvPr id="15" name="br-choice-p8 Placeholder Carrier"/>
          <p:cNvSpPr txBox="1"/>
          <p:nvPr>
            <p:ph type="body" idx="8"/>
          </p:nvPr>
        </p:nvSpPr>
        <p:spPr>
          <a:xfrm>
            <a:off x="6186488" y="3949700"/>
            <a:ext cx="79804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FEDERATED</a:t>
            </a:r>
          </a:p>
        </p:txBody>
      </p:sp>
      <p:sp>
        <p:nvSpPr>
          <p:cNvPr id="16" name="br-choice-p9 Placeholder Carrier"/>
          <p:cNvSpPr txBox="1"/>
          <p:nvPr>
            <p:ph type="body" idx="9"/>
          </p:nvPr>
        </p:nvSpPr>
        <p:spPr>
          <a:xfrm>
            <a:off x="8567738" y="3949700"/>
            <a:ext cx="4451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LOCAL</a:t>
            </a:r>
          </a:p>
        </p:txBody>
      </p:sp>
      <p:sp>
        <p:nvSpPr>
          <p:cNvPr id="17" name="br-choice-p10 Placeholder Carrier"/>
          <p:cNvSpPr txBox="1"/>
          <p:nvPr>
            <p:ph type="body" idx="10"/>
          </p:nvPr>
        </p:nvSpPr>
        <p:spPr>
          <a:xfrm>
            <a:off x="1042416" y="4483100"/>
            <a:ext cx="10521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Decision speed</a:t>
            </a:r>
          </a:p>
        </p:txBody>
      </p:sp>
      <p:sp>
        <p:nvSpPr>
          <p:cNvPr id="18" name="br-choice-p11 Placeholder Carrier"/>
          <p:cNvSpPr txBox="1"/>
          <p:nvPr>
            <p:ph type="body" idx="11"/>
          </p:nvPr>
        </p:nvSpPr>
        <p:spPr>
          <a:xfrm>
            <a:off x="3804666" y="4483100"/>
            <a:ext cx="65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Six weeks</a:t>
            </a:r>
          </a:p>
        </p:txBody>
      </p:sp>
      <p:sp>
        <p:nvSpPr>
          <p:cNvPr id="19" name="br-choice-p12 Placeholder Carrier"/>
          <p:cNvSpPr txBox="1"/>
          <p:nvPr>
            <p:ph type="body" idx="12"/>
          </p:nvPr>
        </p:nvSpPr>
        <p:spPr>
          <a:xfrm>
            <a:off x="6185916" y="4483100"/>
            <a:ext cx="7226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Two weeks</a:t>
            </a:r>
          </a:p>
        </p:txBody>
      </p:sp>
      <p:sp>
        <p:nvSpPr>
          <p:cNvPr id="20" name="br-choice-p13 Placeholder Carrier"/>
          <p:cNvSpPr txBox="1"/>
          <p:nvPr>
            <p:ph type="body" idx="13"/>
          </p:nvPr>
        </p:nvSpPr>
        <p:spPr>
          <a:xfrm>
            <a:off x="8567166" y="4483100"/>
            <a:ext cx="7458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Four weeks</a:t>
            </a:r>
          </a:p>
        </p:txBody>
      </p:sp>
      <p:sp>
        <p:nvSpPr>
          <p:cNvPr id="21" name="Line 21"/>
          <p:cNvSpPr/>
          <p:nvPr/>
        </p:nvSpPr>
        <p:spPr>
          <a:xfrm>
            <a:off x="857250" y="50292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2" name="br-choice-p14 Placeholder Carrier"/>
          <p:cNvSpPr txBox="1"/>
          <p:nvPr>
            <p:ph type="body" idx="14"/>
          </p:nvPr>
        </p:nvSpPr>
        <p:spPr>
          <a:xfrm>
            <a:off x="1042416" y="5416550"/>
            <a:ext cx="9108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Cost to serve</a:t>
            </a:r>
          </a:p>
        </p:txBody>
      </p:sp>
      <p:sp>
        <p:nvSpPr>
          <p:cNvPr id="23" name="br-choice-p15 Placeholder Carrier"/>
          <p:cNvSpPr txBox="1"/>
          <p:nvPr>
            <p:ph type="body" idx="15"/>
          </p:nvPr>
        </p:nvSpPr>
        <p:spPr>
          <a:xfrm>
            <a:off x="3804666" y="5416550"/>
            <a:ext cx="274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Low</a:t>
            </a:r>
          </a:p>
        </p:txBody>
      </p:sp>
      <p:sp>
        <p:nvSpPr>
          <p:cNvPr id="24" name="br-choice-p16 Placeholder Carrier"/>
          <p:cNvSpPr txBox="1"/>
          <p:nvPr>
            <p:ph type="body" idx="16"/>
          </p:nvPr>
        </p:nvSpPr>
        <p:spPr>
          <a:xfrm>
            <a:off x="6185916" y="5416550"/>
            <a:ext cx="5181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Medium</a:t>
            </a:r>
          </a:p>
        </p:txBody>
      </p:sp>
      <p:sp>
        <p:nvSpPr>
          <p:cNvPr id="25" name="br-choice-p17 Placeholder Carrier"/>
          <p:cNvSpPr txBox="1"/>
          <p:nvPr>
            <p:ph type="body" idx="17"/>
          </p:nvPr>
        </p:nvSpPr>
        <p:spPr>
          <a:xfrm>
            <a:off x="8567166" y="5416550"/>
            <a:ext cx="3055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High</a:t>
            </a:r>
          </a:p>
        </p:txBody>
      </p:sp>
      <p:sp>
        <p:nvSpPr>
          <p:cNvPr id="26" name="Line 26"/>
          <p:cNvSpPr/>
          <p:nvPr/>
        </p:nvSpPr>
        <p:spPr>
          <a:xfrm>
            <a:off x="857250" y="59626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7" name="br-choice-p18 Placeholder Carrier"/>
          <p:cNvSpPr txBox="1"/>
          <p:nvPr>
            <p:ph type="body" idx="18"/>
          </p:nvPr>
        </p:nvSpPr>
        <p:spPr>
          <a:xfrm>
            <a:off x="1042416" y="6350000"/>
            <a:ext cx="51717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Control</a:t>
            </a:r>
          </a:p>
        </p:txBody>
      </p:sp>
      <p:sp>
        <p:nvSpPr>
          <p:cNvPr id="28" name="br-choice-p19 Placeholder Carrier"/>
          <p:cNvSpPr txBox="1"/>
          <p:nvPr>
            <p:ph type="body" idx="19"/>
          </p:nvPr>
        </p:nvSpPr>
        <p:spPr>
          <a:xfrm>
            <a:off x="3804666" y="6350000"/>
            <a:ext cx="4700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Central</a:t>
            </a:r>
          </a:p>
        </p:txBody>
      </p:sp>
      <p:sp>
        <p:nvSpPr>
          <p:cNvPr id="29" name="br-choice-p20 Placeholder Carrier"/>
          <p:cNvSpPr txBox="1"/>
          <p:nvPr>
            <p:ph type="body" idx="20"/>
          </p:nvPr>
        </p:nvSpPr>
        <p:spPr>
          <a:xfrm>
            <a:off x="6185916" y="6350000"/>
            <a:ext cx="6591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Federated</a:t>
            </a:r>
          </a:p>
        </p:txBody>
      </p:sp>
      <p:sp>
        <p:nvSpPr>
          <p:cNvPr id="30" name="br-choice-p21 Placeholder Carrier"/>
          <p:cNvSpPr txBox="1"/>
          <p:nvPr>
            <p:ph type="body" idx="21"/>
          </p:nvPr>
        </p:nvSpPr>
        <p:spPr>
          <a:xfrm>
            <a:off x="8567166" y="6350000"/>
            <a:ext cx="3524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Local</a:t>
            </a:r>
          </a:p>
        </p:txBody>
      </p:sp>
      <p:sp>
        <p:nvSpPr>
          <p:cNvPr id="31" name="Line 31"/>
          <p:cNvSpPr/>
          <p:nvPr/>
        </p:nvSpPr>
        <p:spPr>
          <a:xfrm>
            <a:off x="857250" y="68961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32" name="br-choice-p22 Placeholder Carrier"/>
          <p:cNvSpPr txBox="1"/>
          <p:nvPr>
            <p:ph type="body" idx="22"/>
          </p:nvPr>
        </p:nvSpPr>
        <p:spPr>
          <a:xfrm>
            <a:off x="1042416" y="7283450"/>
            <a:ext cx="10679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Required capex</a:t>
            </a:r>
          </a:p>
        </p:txBody>
      </p:sp>
      <p:sp>
        <p:nvSpPr>
          <p:cNvPr id="33" name="br-choice-p23 Placeholder Carrier"/>
          <p:cNvSpPr txBox="1"/>
          <p:nvPr>
            <p:ph type="body" idx="23"/>
          </p:nvPr>
        </p:nvSpPr>
        <p:spPr>
          <a:xfrm>
            <a:off x="3804666" y="7283450"/>
            <a:ext cx="3644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0.2bn</a:t>
            </a:r>
          </a:p>
        </p:txBody>
      </p:sp>
      <p:sp>
        <p:nvSpPr>
          <p:cNvPr id="34" name="br-choice-p24 Placeholder Carrier"/>
          <p:cNvSpPr txBox="1"/>
          <p:nvPr>
            <p:ph type="body" idx="24"/>
          </p:nvPr>
        </p:nvSpPr>
        <p:spPr>
          <a:xfrm>
            <a:off x="6185916" y="7283450"/>
            <a:ext cx="3644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0.6bn</a:t>
            </a:r>
          </a:p>
        </p:txBody>
      </p:sp>
      <p:sp>
        <p:nvSpPr>
          <p:cNvPr id="35" name="br-choice-p25 Placeholder Carrier"/>
          <p:cNvSpPr txBox="1"/>
          <p:nvPr>
            <p:ph type="body" idx="25"/>
          </p:nvPr>
        </p:nvSpPr>
        <p:spPr>
          <a:xfrm>
            <a:off x="8567166" y="7283450"/>
            <a:ext cx="3644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0.9bn</a:t>
            </a:r>
          </a:p>
        </p:txBody>
      </p:sp>
      <p:sp>
        <p:nvSpPr>
          <p:cNvPr id="36" name="Line 36"/>
          <p:cNvSpPr/>
          <p:nvPr/>
        </p:nvSpPr>
        <p:spPr>
          <a:xfrm>
            <a:off x="857250" y="78295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37" name="br-choice-p26 Placeholder Carrier"/>
          <p:cNvSpPr txBox="1"/>
          <p:nvPr>
            <p:ph type="body" idx="26"/>
          </p:nvPr>
        </p:nvSpPr>
        <p:spPr>
          <a:xfrm>
            <a:off x="1042416" y="8216900"/>
            <a:ext cx="9811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Execution risk</a:t>
            </a:r>
          </a:p>
        </p:txBody>
      </p:sp>
      <p:sp>
        <p:nvSpPr>
          <p:cNvPr id="38" name="br-choice-p27 Placeholder Carrier"/>
          <p:cNvSpPr txBox="1"/>
          <p:nvPr>
            <p:ph type="body" idx="27"/>
          </p:nvPr>
        </p:nvSpPr>
        <p:spPr>
          <a:xfrm>
            <a:off x="3804666" y="8216900"/>
            <a:ext cx="2748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Low</a:t>
            </a:r>
          </a:p>
        </p:txBody>
      </p:sp>
      <p:sp>
        <p:nvSpPr>
          <p:cNvPr id="39" name="br-choice-p28 Placeholder Carrier"/>
          <p:cNvSpPr txBox="1"/>
          <p:nvPr>
            <p:ph type="body" idx="28"/>
          </p:nvPr>
        </p:nvSpPr>
        <p:spPr>
          <a:xfrm>
            <a:off x="6185916" y="8216900"/>
            <a:ext cx="5181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Medium</a:t>
            </a:r>
          </a:p>
        </p:txBody>
      </p:sp>
      <p:sp>
        <p:nvSpPr>
          <p:cNvPr id="40" name="br-choice-p29 Placeholder Carrier"/>
          <p:cNvSpPr txBox="1"/>
          <p:nvPr>
            <p:ph type="body" idx="29"/>
          </p:nvPr>
        </p:nvSpPr>
        <p:spPr>
          <a:xfrm>
            <a:off x="8567166" y="8216900"/>
            <a:ext cx="3055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High</a:t>
            </a:r>
          </a:p>
        </p:txBody>
      </p:sp>
      <p:sp>
        <p:nvSpPr>
          <p:cNvPr id="41" name="Line 41"/>
          <p:cNvSpPr/>
          <p:nvPr/>
        </p:nvSpPr>
        <p:spPr>
          <a:xfrm>
            <a:off x="857250" y="87630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2" name="br-choice-p30 Placeholder Carrier"/>
          <p:cNvSpPr txBox="1"/>
          <p:nvPr>
            <p:ph type="body" idx="30"/>
          </p:nvPr>
        </p:nvSpPr>
        <p:spPr>
          <a:xfrm>
            <a:off x="1042416" y="9150350"/>
            <a:ext cx="4937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Verdict</a:t>
            </a:r>
          </a:p>
        </p:txBody>
      </p:sp>
      <p:sp>
        <p:nvSpPr>
          <p:cNvPr id="43" name="br-choice-p31 Placeholder Carrier"/>
          <p:cNvSpPr txBox="1"/>
          <p:nvPr>
            <p:ph type="body" idx="31"/>
          </p:nvPr>
        </p:nvSpPr>
        <p:spPr>
          <a:xfrm>
            <a:off x="3804666" y="9150350"/>
            <a:ext cx="2726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Drift</a:t>
            </a:r>
          </a:p>
        </p:txBody>
      </p:sp>
      <p:sp>
        <p:nvSpPr>
          <p:cNvPr id="44" name="br-choice-p32 Placeholder Carrier"/>
          <p:cNvSpPr txBox="1"/>
          <p:nvPr>
            <p:ph type="body" idx="32"/>
          </p:nvPr>
        </p:nvSpPr>
        <p:spPr>
          <a:xfrm>
            <a:off x="6185916" y="9150350"/>
            <a:ext cx="12138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RECOMMENDED</a:t>
            </a:r>
          </a:p>
        </p:txBody>
      </p:sp>
      <p:sp>
        <p:nvSpPr>
          <p:cNvPr id="45" name="br-choice-p33 Placeholder Carrier"/>
          <p:cNvSpPr txBox="1"/>
          <p:nvPr>
            <p:ph type="body" idx="33"/>
          </p:nvPr>
        </p:nvSpPr>
        <p:spPr>
          <a:xfrm>
            <a:off x="8567166" y="9150350"/>
            <a:ext cx="5808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Too slow</a:t>
            </a:r>
          </a:p>
        </p:txBody>
      </p:sp>
      <p:sp>
        <p:nvSpPr>
          <p:cNvPr id="46" name="Line 46"/>
          <p:cNvSpPr/>
          <p:nvPr/>
        </p:nvSpPr>
        <p:spPr>
          <a:xfrm>
            <a:off x="857250" y="96964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7" name="br-choice-p34 Placeholder Carrier"/>
          <p:cNvSpPr txBox="1"/>
          <p:nvPr>
            <p:ph type="body" idx="34"/>
          </p:nvPr>
        </p:nvSpPr>
        <p:spPr>
          <a:xfrm>
            <a:off x="852488" y="10394950"/>
            <a:ext cx="12828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WHY FEDERATED</a:t>
            </a:r>
          </a:p>
        </p:txBody>
      </p:sp>
      <p:sp>
        <p:nvSpPr>
          <p:cNvPr id="48" name="br-choice-p35 Placeholder Carrier"/>
          <p:cNvSpPr txBox="1"/>
          <p:nvPr>
            <p:ph type="body" idx="35"/>
          </p:nvPr>
        </p:nvSpPr>
        <p:spPr>
          <a:xfrm>
            <a:off x="851154" y="10548112"/>
            <a:ext cx="2149511" cy="14253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875"/>
              </a:lnSpc>
              <a:buNone/>
            </a:pP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It keeps customer proximity</a:t>
            </a:r>
            <a:b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while putting launch, pricing</a:t>
            </a:r>
            <a:b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and service decisions under one</a:t>
            </a:r>
            <a:b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accountable owner. It is the</a:t>
            </a:r>
            <a:b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only model that removes a gate</a:t>
            </a:r>
            <a:b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without adding a layer.</a:t>
            </a:r>
          </a:p>
        </p:txBody>
      </p:sp>
      <p:sp>
        <p:nvSpPr>
          <p:cNvPr id="49" name="br-choice-p36 Placeholder Carrier"/>
          <p:cNvSpPr txBox="1"/>
          <p:nvPr>
            <p:ph type="body" idx="36"/>
          </p:nvPr>
        </p:nvSpPr>
        <p:spPr>
          <a:xfrm>
            <a:off x="4470654" y="10548112"/>
            <a:ext cx="2244562" cy="14253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875"/>
              </a:lnSpc>
              <a:buNone/>
            </a:pP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Cost is contained by a shared</a:t>
            </a:r>
            <a:b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platform, not by a central</a:t>
            </a:r>
            <a:b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committee. Capex is funded from</a:t>
            </a:r>
            <a:b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the portfolio exits, so the</a:t>
            </a:r>
            <a:b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model pays for itself inside</a:t>
            </a:r>
            <a:b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four quarters.</a:t>
            </a:r>
          </a:p>
        </p:txBody>
      </p:sp>
      <p:sp>
        <p:nvSpPr>
          <p:cNvPr id="50" name="br-choice-d12"/>
          <p:cNvSpPr/>
          <p:nvPr/>
        </p:nvSpPr>
        <p:spPr>
          <a:xfrm>
            <a:off x="8096250" y="10287000"/>
            <a:ext cx="2857500" cy="314325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51" name="br-choice-p37 Placeholder Carrier"/>
          <p:cNvSpPr txBox="1"/>
          <p:nvPr>
            <p:ph type="body" idx="37"/>
          </p:nvPr>
        </p:nvSpPr>
        <p:spPr>
          <a:xfrm>
            <a:off x="8358188" y="10693400"/>
            <a:ext cx="61068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FUNDING</a:t>
            </a:r>
          </a:p>
        </p:txBody>
      </p:sp>
      <p:sp>
        <p:nvSpPr>
          <p:cNvPr id="52" name="br-choice-p38 Placeholder Carrier"/>
          <p:cNvSpPr txBox="1"/>
          <p:nvPr>
            <p:ph type="body" idx="38"/>
          </p:nvPr>
        </p:nvSpPr>
        <p:spPr>
          <a:xfrm>
            <a:off x="8343900" y="11106150"/>
            <a:ext cx="1773632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40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0.6bn</a:t>
            </a:r>
          </a:p>
        </p:txBody>
      </p:sp>
      <p:sp>
        <p:nvSpPr>
          <p:cNvPr id="53" name="br-choice-p39 Placeholder Carrier"/>
          <p:cNvSpPr txBox="1"/>
          <p:nvPr>
            <p:ph type="body" idx="39"/>
          </p:nvPr>
        </p:nvSpPr>
        <p:spPr>
          <a:xfrm>
            <a:off x="8357616" y="11699748"/>
            <a:ext cx="1559248" cy="405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575"/>
              </a:lnSpc>
              <a:buNone/>
            </a:pPr>
            <a:r>
              <a:rPr lang="en" sz="105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over four quarters, funded</a:t>
            </a:r>
            <a:br>
              <a:rPr lang="en" sz="105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</a:br>
            <a:r>
              <a:rPr lang="en" sz="105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by two portfolio exits.</a:t>
            </a:r>
          </a:p>
        </p:txBody>
      </p:sp>
      <p:sp>
        <p:nvSpPr>
          <p:cNvPr id="54" name="Line 54"/>
          <p:cNvSpPr/>
          <p:nvPr/>
        </p:nvSpPr>
        <p:spPr>
          <a:xfrm>
            <a:off x="8362950" y="12763500"/>
            <a:ext cx="2324100" cy="9525"/>
          </a:xfrm>
          <a:custGeom>
            <a:avLst/>
            <a:gdLst/>
            <a:ahLst/>
            <a:cxnLst/>
            <a:rect l="l" t="t" r="r" b="b"/>
            <a:pathLst>
              <a:path w="2324100" h="9525">
                <a:moveTo>
                  <a:pt x="0" y="0"/>
                </a:moveTo>
                <a:lnTo>
                  <a:pt x="2324100" y="0"/>
                </a:lnTo>
              </a:path>
            </a:pathLst>
          </a:custGeom>
          <a:noFill/>
          <a:ln w="9525">
            <a:solidFill>
              <a:srgbClr val="5C7180"/>
            </a:solidFill>
          </a:ln>
        </p:spPr>
      </p:sp>
      <p:sp>
        <p:nvSpPr>
          <p:cNvPr id="55" name="br-choice-p40 Placeholder Carrier"/>
          <p:cNvSpPr txBox="1"/>
          <p:nvPr>
            <p:ph type="body" idx="40"/>
          </p:nvPr>
        </p:nvSpPr>
        <p:spPr>
          <a:xfrm>
            <a:off x="8358188" y="12998450"/>
            <a:ext cx="150534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PAYBACK / 11 MONTHS</a:t>
            </a:r>
          </a:p>
        </p:txBody>
      </p:sp>
      <p:sp>
        <p:nvSpPr>
          <p:cNvPr id="56" name="Line 56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57" name="br-choice-p41 Placeholder Carrier"/>
          <p:cNvSpPr txBox="1"/>
          <p:nvPr>
            <p:ph type="body" idx="41"/>
          </p:nvPr>
        </p:nvSpPr>
        <p:spPr>
          <a:xfrm>
            <a:off x="852488" y="15824200"/>
            <a:ext cx="588099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OPERATING-MODEL COMPARISON · VALUES ARE DEMONSTRATION DATA</a:t>
            </a:r>
          </a:p>
        </p:txBody>
      </p:sp>
      <p:sp>
        <p:nvSpPr>
          <p:cNvPr id="58" name="br-choice-p42 Placeholder Carrier"/>
          <p:cNvSpPr txBox="1"/>
          <p:nvPr>
            <p:ph type="body" idx="42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59" name="br-choice-p43 Placeholder Carrier"/>
          <p:cNvSpPr txBox="1"/>
          <p:nvPr>
            <p:ph type="sldNum" idx="43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roadmap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roadmap-p1 Placeholder Carrier"/>
          <p:cNvSpPr txBox="1"/>
          <p:nvPr>
            <p:ph type="body" idx="1"/>
          </p:nvPr>
        </p:nvSpPr>
        <p:spPr>
          <a:xfrm>
            <a:off x="1099566" y="730250"/>
            <a:ext cx="30502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THE PLAN / FIRST NINETY DAYS</a:t>
            </a:r>
          </a:p>
        </p:txBody>
      </p:sp>
      <p:sp>
        <p:nvSpPr>
          <p:cNvPr id="6" name="br-roadmap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10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roadmap-p3 Placeholder Carrier"/>
          <p:cNvSpPr txBox="1"/>
          <p:nvPr>
            <p:ph type="body" idx="3"/>
          </p:nvPr>
        </p:nvSpPr>
        <p:spPr>
          <a:xfrm>
            <a:off x="852297" y="1301750"/>
            <a:ext cx="87116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THE PLAN</a:t>
            </a:r>
          </a:p>
        </p:txBody>
      </p:sp>
      <p:sp>
        <p:nvSpPr>
          <p:cNvPr id="9" name="br-roadmap-p4 Placeholder Carrier"/>
          <p:cNvSpPr txBox="1"/>
          <p:nvPr>
            <p:ph type="title" idx="4"/>
          </p:nvPr>
        </p:nvSpPr>
        <p:spPr>
          <a:xfrm>
            <a:off x="838200" y="1553464"/>
            <a:ext cx="624158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Ninety days, three gates.</a:t>
            </a:r>
          </a:p>
        </p:txBody>
      </p:sp>
      <p:sp>
        <p:nvSpPr>
          <p:cNvPr id="10" name="br-roadmap-p5 Placeholder Carrier"/>
          <p:cNvSpPr txBox="1"/>
          <p:nvPr>
            <p:ph type="body" idx="5"/>
          </p:nvPr>
        </p:nvSpPr>
        <p:spPr>
          <a:xfrm>
            <a:off x="848487" y="2701036"/>
            <a:ext cx="5106872" cy="633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One plan, three workstreams, and a decision at every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gate. No workstream starts without a named owner.</a:t>
            </a:r>
          </a:p>
        </p:txBody>
      </p:sp>
      <p:sp>
        <p:nvSpPr>
          <p:cNvPr id="11" name="br-roadmap-p6 Placeholder Carrier"/>
          <p:cNvSpPr txBox="1"/>
          <p:nvPr>
            <p:ph type="body" idx="6"/>
          </p:nvPr>
        </p:nvSpPr>
        <p:spPr>
          <a:xfrm>
            <a:off x="852488" y="3835400"/>
            <a:ext cx="344500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WEEK</a:t>
            </a:r>
          </a:p>
        </p:txBody>
      </p:sp>
      <p:sp>
        <p:nvSpPr>
          <p:cNvPr id="12" name="br-roadmap-p7 Placeholder Carrier"/>
          <p:cNvSpPr txBox="1"/>
          <p:nvPr>
            <p:ph type="body" idx="7"/>
          </p:nvPr>
        </p:nvSpPr>
        <p:spPr>
          <a:xfrm>
            <a:off x="3014821" y="3835400"/>
            <a:ext cx="16954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W1</a:t>
            </a:r>
          </a:p>
        </p:txBody>
      </p:sp>
      <p:sp>
        <p:nvSpPr>
          <p:cNvPr id="13" name="br-roadmap-p8 Placeholder Carrier"/>
          <p:cNvSpPr txBox="1"/>
          <p:nvPr>
            <p:ph type="body" idx="8"/>
          </p:nvPr>
        </p:nvSpPr>
        <p:spPr>
          <a:xfrm>
            <a:off x="5038884" y="3835400"/>
            <a:ext cx="16954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W4</a:t>
            </a:r>
          </a:p>
        </p:txBody>
      </p:sp>
      <p:sp>
        <p:nvSpPr>
          <p:cNvPr id="14" name="br-roadmap-p9 Placeholder Carrier"/>
          <p:cNvSpPr txBox="1"/>
          <p:nvPr>
            <p:ph type="body" idx="9"/>
          </p:nvPr>
        </p:nvSpPr>
        <p:spPr>
          <a:xfrm>
            <a:off x="7737634" y="3835400"/>
            <a:ext cx="16954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W8</a:t>
            </a:r>
          </a:p>
        </p:txBody>
      </p:sp>
      <p:sp>
        <p:nvSpPr>
          <p:cNvPr id="15" name="br-roadmap-p10 Placeholder Carrier"/>
          <p:cNvSpPr txBox="1"/>
          <p:nvPr>
            <p:ph type="body" idx="10"/>
          </p:nvPr>
        </p:nvSpPr>
        <p:spPr>
          <a:xfrm>
            <a:off x="10406716" y="3835400"/>
            <a:ext cx="22888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W12</a:t>
            </a:r>
          </a:p>
        </p:txBody>
      </p:sp>
      <p:sp>
        <p:nvSpPr>
          <p:cNvPr id="16" name="br-roadmap-p11 Placeholder Carrier"/>
          <p:cNvSpPr txBox="1"/>
          <p:nvPr>
            <p:ph type="body" idx="11"/>
          </p:nvPr>
        </p:nvSpPr>
        <p:spPr>
          <a:xfrm>
            <a:off x="852488" y="4997450"/>
            <a:ext cx="87877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COMMERCIAL</a:t>
            </a:r>
          </a:p>
        </p:txBody>
      </p:sp>
      <p:sp>
        <p:nvSpPr>
          <p:cNvPr id="17" name="Line 17"/>
          <p:cNvSpPr/>
          <p:nvPr/>
        </p:nvSpPr>
        <p:spPr>
          <a:xfrm>
            <a:off x="857250" y="55245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8" name="br-roadmap-p12 Placeholder Carrier"/>
          <p:cNvSpPr txBox="1"/>
          <p:nvPr>
            <p:ph type="body" idx="12"/>
          </p:nvPr>
        </p:nvSpPr>
        <p:spPr>
          <a:xfrm>
            <a:off x="852488" y="6426200"/>
            <a:ext cx="84928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OPERATIONS</a:t>
            </a:r>
          </a:p>
        </p:txBody>
      </p:sp>
      <p:sp>
        <p:nvSpPr>
          <p:cNvPr id="19" name="Line 19"/>
          <p:cNvSpPr/>
          <p:nvPr/>
        </p:nvSpPr>
        <p:spPr>
          <a:xfrm>
            <a:off x="857250" y="69532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0" name="br-roadmap-p13 Placeholder Carrier"/>
          <p:cNvSpPr txBox="1"/>
          <p:nvPr>
            <p:ph type="body" idx="13"/>
          </p:nvPr>
        </p:nvSpPr>
        <p:spPr>
          <a:xfrm>
            <a:off x="852488" y="7854950"/>
            <a:ext cx="99755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ORGANIZATION</a:t>
            </a:r>
          </a:p>
        </p:txBody>
      </p:sp>
      <p:sp>
        <p:nvSpPr>
          <p:cNvPr id="21" name="Line 21"/>
          <p:cNvSpPr/>
          <p:nvPr/>
        </p:nvSpPr>
        <p:spPr>
          <a:xfrm>
            <a:off x="857250" y="83820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2" name="br-roadmap-d7"/>
          <p:cNvSpPr/>
          <p:nvPr/>
        </p:nvSpPr>
        <p:spPr>
          <a:xfrm>
            <a:off x="2762250" y="4762500"/>
            <a:ext cx="2698750" cy="4191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23" name="br-roadmap-p14 Placeholder Carrier"/>
          <p:cNvSpPr txBox="1"/>
          <p:nvPr>
            <p:ph type="body" idx="14"/>
          </p:nvPr>
        </p:nvSpPr>
        <p:spPr>
          <a:xfrm>
            <a:off x="2852738" y="4940300"/>
            <a:ext cx="142440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PRICE ARCHITECTURE</a:t>
            </a:r>
          </a:p>
        </p:txBody>
      </p:sp>
      <p:sp>
        <p:nvSpPr>
          <p:cNvPr id="24" name="br-roadmap-d8"/>
          <p:cNvSpPr/>
          <p:nvPr/>
        </p:nvSpPr>
        <p:spPr>
          <a:xfrm>
            <a:off x="5461000" y="4762500"/>
            <a:ext cx="2698750" cy="4191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25" name="br-roadmap-p15 Placeholder Carrier"/>
          <p:cNvSpPr txBox="1"/>
          <p:nvPr>
            <p:ph type="body" idx="15"/>
          </p:nvPr>
        </p:nvSpPr>
        <p:spPr>
          <a:xfrm>
            <a:off x="5551487" y="4940300"/>
            <a:ext cx="103427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PORTFOLIO CUT</a:t>
            </a:r>
          </a:p>
        </p:txBody>
      </p:sp>
      <p:sp>
        <p:nvSpPr>
          <p:cNvPr id="26" name="br-roadmap-d9"/>
          <p:cNvSpPr/>
          <p:nvPr/>
        </p:nvSpPr>
        <p:spPr>
          <a:xfrm>
            <a:off x="8159750" y="4762500"/>
            <a:ext cx="2698750" cy="4191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27" name="br-roadmap-p16 Placeholder Carrier"/>
          <p:cNvSpPr txBox="1"/>
          <p:nvPr>
            <p:ph type="body" idx="16"/>
          </p:nvPr>
        </p:nvSpPr>
        <p:spPr>
          <a:xfrm>
            <a:off x="8250238" y="4940300"/>
            <a:ext cx="108769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ACCOUNT PLANS</a:t>
            </a:r>
          </a:p>
        </p:txBody>
      </p:sp>
      <p:sp>
        <p:nvSpPr>
          <p:cNvPr id="28" name="br-roadmap-d10"/>
          <p:cNvSpPr/>
          <p:nvPr/>
        </p:nvSpPr>
        <p:spPr>
          <a:xfrm>
            <a:off x="2762250" y="6191250"/>
            <a:ext cx="2698750" cy="419100"/>
          </a:xfrm>
          <a:prstGeom prst="rect">
            <a:avLst/>
          </a:prstGeom>
          <a:solidFill>
            <a:srgbClr val="8FA3B0"/>
          </a:solidFill>
          <a:ln>
            <a:noFill/>
          </a:ln>
        </p:spPr>
      </p:sp>
      <p:sp>
        <p:nvSpPr>
          <p:cNvPr id="29" name="br-roadmap-p17 Placeholder Carrier"/>
          <p:cNvSpPr txBox="1"/>
          <p:nvPr>
            <p:ph type="body" idx="17"/>
          </p:nvPr>
        </p:nvSpPr>
        <p:spPr>
          <a:xfrm>
            <a:off x="2852738" y="6369050"/>
            <a:ext cx="117159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BOTTLENECK MAP</a:t>
            </a:r>
          </a:p>
        </p:txBody>
      </p:sp>
      <p:sp>
        <p:nvSpPr>
          <p:cNvPr id="30" name="br-roadmap-d11"/>
          <p:cNvSpPr/>
          <p:nvPr/>
        </p:nvSpPr>
        <p:spPr>
          <a:xfrm>
            <a:off x="5461000" y="6191250"/>
            <a:ext cx="2698750" cy="419100"/>
          </a:xfrm>
          <a:prstGeom prst="rect">
            <a:avLst/>
          </a:prstGeom>
          <a:solidFill>
            <a:srgbClr val="00A9F4"/>
          </a:solidFill>
          <a:ln>
            <a:noFill/>
          </a:ln>
        </p:spPr>
      </p:sp>
      <p:sp>
        <p:nvSpPr>
          <p:cNvPr id="31" name="br-roadmap-p18 Placeholder Carrier"/>
          <p:cNvSpPr txBox="1"/>
          <p:nvPr>
            <p:ph type="body" idx="18"/>
          </p:nvPr>
        </p:nvSpPr>
        <p:spPr>
          <a:xfrm>
            <a:off x="5551487" y="6369050"/>
            <a:ext cx="113709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DECISION RIGHTS</a:t>
            </a:r>
          </a:p>
        </p:txBody>
      </p:sp>
      <p:sp>
        <p:nvSpPr>
          <p:cNvPr id="32" name="br-roadmap-d12"/>
          <p:cNvSpPr/>
          <p:nvPr/>
        </p:nvSpPr>
        <p:spPr>
          <a:xfrm>
            <a:off x="8159750" y="6191250"/>
            <a:ext cx="2698750" cy="419100"/>
          </a:xfrm>
          <a:prstGeom prst="rect">
            <a:avLst/>
          </a:prstGeom>
          <a:solidFill>
            <a:srgbClr val="8FA3B0"/>
          </a:solidFill>
          <a:ln>
            <a:noFill/>
          </a:ln>
        </p:spPr>
      </p:sp>
      <p:sp>
        <p:nvSpPr>
          <p:cNvPr id="33" name="br-roadmap-p19 Placeholder Carrier"/>
          <p:cNvSpPr txBox="1"/>
          <p:nvPr>
            <p:ph type="body" idx="19"/>
          </p:nvPr>
        </p:nvSpPr>
        <p:spPr>
          <a:xfrm>
            <a:off x="8250238" y="6369050"/>
            <a:ext cx="74698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PILOT CELL</a:t>
            </a:r>
          </a:p>
        </p:txBody>
      </p:sp>
      <p:sp>
        <p:nvSpPr>
          <p:cNvPr id="34" name="br-roadmap-d13"/>
          <p:cNvSpPr/>
          <p:nvPr/>
        </p:nvSpPr>
        <p:spPr>
          <a:xfrm>
            <a:off x="3436938" y="7620000"/>
            <a:ext cx="2698750" cy="419100"/>
          </a:xfrm>
          <a:prstGeom prst="rect">
            <a:avLst/>
          </a:prstGeom>
          <a:solidFill>
            <a:srgbClr val="0D2C42"/>
          </a:solidFill>
          <a:ln>
            <a:noFill/>
          </a:ln>
        </p:spPr>
      </p:sp>
      <p:sp>
        <p:nvSpPr>
          <p:cNvPr id="35" name="br-roadmap-p20 Placeholder Carrier"/>
          <p:cNvSpPr txBox="1"/>
          <p:nvPr>
            <p:ph type="body" idx="20"/>
          </p:nvPr>
        </p:nvSpPr>
        <p:spPr>
          <a:xfrm>
            <a:off x="3527425" y="7797800"/>
            <a:ext cx="96128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OWNER MODEL</a:t>
            </a:r>
          </a:p>
        </p:txBody>
      </p:sp>
      <p:sp>
        <p:nvSpPr>
          <p:cNvPr id="36" name="br-roadmap-d14"/>
          <p:cNvSpPr/>
          <p:nvPr/>
        </p:nvSpPr>
        <p:spPr>
          <a:xfrm>
            <a:off x="5461000" y="7620000"/>
            <a:ext cx="5397500" cy="419100"/>
          </a:xfrm>
          <a:prstGeom prst="rect">
            <a:avLst/>
          </a:prstGeom>
          <a:solidFill>
            <a:srgbClr val="C9B99A"/>
          </a:solidFill>
          <a:ln>
            <a:noFill/>
          </a:ln>
        </p:spPr>
      </p:sp>
      <p:sp>
        <p:nvSpPr>
          <p:cNvPr id="37" name="br-roadmap-p21 Placeholder Carrier"/>
          <p:cNvSpPr txBox="1"/>
          <p:nvPr>
            <p:ph type="body" idx="21"/>
          </p:nvPr>
        </p:nvSpPr>
        <p:spPr>
          <a:xfrm>
            <a:off x="5551487" y="7797800"/>
            <a:ext cx="114308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INCENTIVE RESET</a:t>
            </a:r>
          </a:p>
        </p:txBody>
      </p:sp>
      <p:sp>
        <p:nvSpPr>
          <p:cNvPr id="38" name="Line 38"/>
          <p:cNvSpPr/>
          <p:nvPr/>
        </p:nvSpPr>
        <p:spPr>
          <a:xfrm>
            <a:off x="5461000" y="4191000"/>
            <a:ext cx="9525" cy="4667250"/>
          </a:xfrm>
          <a:custGeom>
            <a:avLst/>
            <a:gdLst/>
            <a:ahLst/>
            <a:cxnLst/>
            <a:rect l="l" t="t" r="r" b="b"/>
            <a:pathLst>
              <a:path w="9525" h="4667250">
                <a:moveTo>
                  <a:pt x="0" y="0"/>
                </a:moveTo>
                <a:lnTo>
                  <a:pt x="0" y="4667250"/>
                </a:lnTo>
              </a:path>
            </a:pathLst>
          </a:custGeom>
          <a:noFill/>
          <a:ln w="9525">
            <a:solidFill>
              <a:srgbClr val="E3120B">
                <a:alpha val="40000"/>
              </a:srgbClr>
            </a:solidFill>
            <a:custDash>
              <a:ds d="500000" sp="600000"/>
            </a:custDash>
          </a:ln>
        </p:spPr>
      </p:sp>
      <p:sp>
        <p:nvSpPr>
          <p:cNvPr id="39" name="br-roadmap-d16"/>
          <p:cNvSpPr/>
          <p:nvPr/>
        </p:nvSpPr>
        <p:spPr>
          <a:xfrm>
            <a:off x="5356225" y="88487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0"/>
                </a:moveTo>
                <a:lnTo>
                  <a:pt x="209550" y="104775"/>
                </a:lnTo>
                <a:lnTo>
                  <a:pt x="104775" y="209550"/>
                </a:lnTo>
                <a:lnTo>
                  <a:pt x="0" y="104775"/>
                </a:lnTo>
                <a:close/>
              </a:path>
            </a:pathLst>
          </a:custGeom>
          <a:solidFill>
            <a:srgbClr val="E3120B"/>
          </a:solidFill>
          <a:ln>
            <a:noFill/>
          </a:ln>
        </p:spPr>
      </p:sp>
      <p:sp>
        <p:nvSpPr>
          <p:cNvPr id="40" name="br-roadmap-p22 Placeholder Carrier"/>
          <p:cNvSpPr txBox="1"/>
          <p:nvPr>
            <p:ph type="body" idx="22"/>
          </p:nvPr>
        </p:nvSpPr>
        <p:spPr>
          <a:xfrm>
            <a:off x="5378441" y="9194800"/>
            <a:ext cx="1651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82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G1</a:t>
            </a:r>
          </a:p>
        </p:txBody>
      </p:sp>
      <p:sp>
        <p:nvSpPr>
          <p:cNvPr id="41" name="Line 41"/>
          <p:cNvSpPr/>
          <p:nvPr/>
        </p:nvSpPr>
        <p:spPr>
          <a:xfrm>
            <a:off x="8159750" y="4191000"/>
            <a:ext cx="9525" cy="4667250"/>
          </a:xfrm>
          <a:custGeom>
            <a:avLst/>
            <a:gdLst/>
            <a:ahLst/>
            <a:cxnLst/>
            <a:rect l="l" t="t" r="r" b="b"/>
            <a:pathLst>
              <a:path w="9525" h="4667250">
                <a:moveTo>
                  <a:pt x="0" y="0"/>
                </a:moveTo>
                <a:lnTo>
                  <a:pt x="0" y="4667250"/>
                </a:lnTo>
              </a:path>
            </a:pathLst>
          </a:custGeom>
          <a:noFill/>
          <a:ln w="9525">
            <a:solidFill>
              <a:srgbClr val="E3120B">
                <a:alpha val="40000"/>
              </a:srgbClr>
            </a:solidFill>
            <a:custDash>
              <a:ds d="500000" sp="600000"/>
            </a:custDash>
          </a:ln>
        </p:spPr>
      </p:sp>
      <p:sp>
        <p:nvSpPr>
          <p:cNvPr id="42" name="br-roadmap-d18"/>
          <p:cNvSpPr/>
          <p:nvPr/>
        </p:nvSpPr>
        <p:spPr>
          <a:xfrm>
            <a:off x="8054975" y="88487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0"/>
                </a:moveTo>
                <a:lnTo>
                  <a:pt x="209550" y="104775"/>
                </a:lnTo>
                <a:lnTo>
                  <a:pt x="104775" y="209550"/>
                </a:lnTo>
                <a:lnTo>
                  <a:pt x="0" y="104775"/>
                </a:lnTo>
                <a:close/>
              </a:path>
            </a:pathLst>
          </a:custGeom>
          <a:solidFill>
            <a:srgbClr val="E3120B"/>
          </a:solidFill>
          <a:ln>
            <a:noFill/>
          </a:ln>
        </p:spPr>
      </p:sp>
      <p:sp>
        <p:nvSpPr>
          <p:cNvPr id="43" name="br-roadmap-p23 Placeholder Carrier"/>
          <p:cNvSpPr txBox="1"/>
          <p:nvPr>
            <p:ph type="body" idx="23"/>
          </p:nvPr>
        </p:nvSpPr>
        <p:spPr>
          <a:xfrm>
            <a:off x="8077191" y="9194800"/>
            <a:ext cx="1651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82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G2</a:t>
            </a:r>
          </a:p>
        </p:txBody>
      </p:sp>
      <p:sp>
        <p:nvSpPr>
          <p:cNvPr id="44" name="Line 44"/>
          <p:cNvSpPr/>
          <p:nvPr/>
        </p:nvSpPr>
        <p:spPr>
          <a:xfrm>
            <a:off x="10858500" y="4191000"/>
            <a:ext cx="9525" cy="4667250"/>
          </a:xfrm>
          <a:custGeom>
            <a:avLst/>
            <a:gdLst/>
            <a:ahLst/>
            <a:cxnLst/>
            <a:rect l="l" t="t" r="r" b="b"/>
            <a:pathLst>
              <a:path w="9525" h="4667250">
                <a:moveTo>
                  <a:pt x="0" y="0"/>
                </a:moveTo>
                <a:lnTo>
                  <a:pt x="0" y="4667250"/>
                </a:lnTo>
              </a:path>
            </a:pathLst>
          </a:custGeom>
          <a:noFill/>
          <a:ln w="9525">
            <a:solidFill>
              <a:srgbClr val="E3120B">
                <a:alpha val="40000"/>
              </a:srgbClr>
            </a:solidFill>
            <a:custDash>
              <a:ds d="500000" sp="600000"/>
            </a:custDash>
          </a:ln>
        </p:spPr>
      </p:sp>
      <p:sp>
        <p:nvSpPr>
          <p:cNvPr id="45" name="br-roadmap-d20"/>
          <p:cNvSpPr/>
          <p:nvPr/>
        </p:nvSpPr>
        <p:spPr>
          <a:xfrm>
            <a:off x="10753725" y="8848725"/>
            <a:ext cx="209550" cy="209550"/>
          </a:xfrm>
          <a:custGeom>
            <a:avLst/>
            <a:gdLst/>
            <a:ahLst/>
            <a:cxnLst/>
            <a:rect l="l" t="t" r="r" b="b"/>
            <a:pathLst>
              <a:path w="209550" h="209550">
                <a:moveTo>
                  <a:pt x="104775" y="0"/>
                </a:moveTo>
                <a:lnTo>
                  <a:pt x="209550" y="104775"/>
                </a:lnTo>
                <a:lnTo>
                  <a:pt x="104775" y="209550"/>
                </a:lnTo>
                <a:lnTo>
                  <a:pt x="0" y="104775"/>
                </a:lnTo>
                <a:close/>
              </a:path>
            </a:pathLst>
          </a:custGeom>
          <a:solidFill>
            <a:srgbClr val="E3120B"/>
          </a:solidFill>
          <a:ln>
            <a:noFill/>
          </a:ln>
        </p:spPr>
      </p:sp>
      <p:sp>
        <p:nvSpPr>
          <p:cNvPr id="46" name="br-roadmap-p24 Placeholder Carrier"/>
          <p:cNvSpPr txBox="1"/>
          <p:nvPr>
            <p:ph type="body" idx="24"/>
          </p:nvPr>
        </p:nvSpPr>
        <p:spPr>
          <a:xfrm>
            <a:off x="10775941" y="9194800"/>
            <a:ext cx="1651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820" b="1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G3</a:t>
            </a:r>
          </a:p>
        </p:txBody>
      </p:sp>
      <p:sp>
        <p:nvSpPr>
          <p:cNvPr id="47" name="br-roadmap-d21"/>
          <p:cNvSpPr/>
          <p:nvPr/>
        </p:nvSpPr>
        <p:spPr>
          <a:xfrm>
            <a:off x="0" y="11144250"/>
            <a:ext cx="11811000" cy="22860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48" name="br-roadmap-p25 Placeholder Carrier"/>
          <p:cNvSpPr txBox="1"/>
          <p:nvPr>
            <p:ph type="body" idx="25"/>
          </p:nvPr>
        </p:nvSpPr>
        <p:spPr>
          <a:xfrm>
            <a:off x="852488" y="11550650"/>
            <a:ext cx="165739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5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DAY 90 / THE DECISION</a:t>
            </a:r>
          </a:p>
        </p:txBody>
      </p:sp>
      <p:sp>
        <p:nvSpPr>
          <p:cNvPr id="49" name="br-roadmap-p26 Placeholder Carrier"/>
          <p:cNvSpPr txBox="1"/>
          <p:nvPr>
            <p:ph type="body" idx="26"/>
          </p:nvPr>
        </p:nvSpPr>
        <p:spPr>
          <a:xfrm>
            <a:off x="845058" y="11918950"/>
            <a:ext cx="399968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4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Approve scale-up, or stop.</a:t>
            </a:r>
          </a:p>
        </p:txBody>
      </p:sp>
      <p:sp>
        <p:nvSpPr>
          <p:cNvPr id="50" name="br-roadmap-p27 Placeholder Carrier"/>
          <p:cNvSpPr txBox="1"/>
          <p:nvPr>
            <p:ph type="body" idx="27"/>
          </p:nvPr>
        </p:nvSpPr>
        <p:spPr>
          <a:xfrm>
            <a:off x="7234238" y="11893550"/>
            <a:ext cx="12183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51" name="br-roadmap-p28 Placeholder Carrier"/>
          <p:cNvSpPr txBox="1"/>
          <p:nvPr>
            <p:ph type="body" idx="28"/>
          </p:nvPr>
        </p:nvSpPr>
        <p:spPr>
          <a:xfrm>
            <a:off x="7234238" y="12030202"/>
            <a:ext cx="48996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125"/>
              </a:lnSpc>
              <a:buNone/>
            </a:pPr>
            <a: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Two gates</a:t>
            </a:r>
            <a:b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cleared</a:t>
            </a:r>
          </a:p>
        </p:txBody>
      </p:sp>
      <p:sp>
        <p:nvSpPr>
          <p:cNvPr id="52" name="br-roadmap-p29 Placeholder Carrier"/>
          <p:cNvSpPr txBox="1"/>
          <p:nvPr>
            <p:ph type="body" idx="29"/>
          </p:nvPr>
        </p:nvSpPr>
        <p:spPr>
          <a:xfrm>
            <a:off x="8567738" y="11893550"/>
            <a:ext cx="12183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53" name="br-roadmap-p30 Placeholder Carrier"/>
          <p:cNvSpPr txBox="1"/>
          <p:nvPr>
            <p:ph type="body" idx="30"/>
          </p:nvPr>
        </p:nvSpPr>
        <p:spPr>
          <a:xfrm>
            <a:off x="8567738" y="12030202"/>
            <a:ext cx="6984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125"/>
              </a:lnSpc>
              <a:buNone/>
            </a:pPr>
            <a: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One owner per</a:t>
            </a:r>
            <a:b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move</a:t>
            </a:r>
          </a:p>
        </p:txBody>
      </p:sp>
      <p:sp>
        <p:nvSpPr>
          <p:cNvPr id="54" name="br-roadmap-p31 Placeholder Carrier"/>
          <p:cNvSpPr txBox="1"/>
          <p:nvPr>
            <p:ph type="body" idx="31"/>
          </p:nvPr>
        </p:nvSpPr>
        <p:spPr>
          <a:xfrm>
            <a:off x="9901238" y="11893550"/>
            <a:ext cx="12183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55" name="br-roadmap-p32 Placeholder Carrier"/>
          <p:cNvSpPr txBox="1"/>
          <p:nvPr>
            <p:ph type="body" idx="32"/>
          </p:nvPr>
        </p:nvSpPr>
        <p:spPr>
          <a:xfrm>
            <a:off x="9901238" y="12030202"/>
            <a:ext cx="61162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125"/>
              </a:lnSpc>
              <a:buNone/>
            </a:pPr>
            <a: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Capex inside</a:t>
            </a:r>
            <a:b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</a:br>
            <a:r>
              <a:rPr lang="en" sz="8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0.2bn</a:t>
            </a:r>
          </a:p>
        </p:txBody>
      </p:sp>
      <p:sp>
        <p:nvSpPr>
          <p:cNvPr id="56" name="br-roadmap-p33 Placeholder Carrier"/>
          <p:cNvSpPr txBox="1"/>
          <p:nvPr>
            <p:ph type="body" idx="33"/>
          </p:nvPr>
        </p:nvSpPr>
        <p:spPr>
          <a:xfrm>
            <a:off x="852488" y="13938250"/>
            <a:ext cx="63806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NO NEW HEADCOUNT BEFORE GATE 2 · GATE REVIEWS REPLACE STAGE-GATE COMMITTEES</a:t>
            </a:r>
          </a:p>
        </p:txBody>
      </p:sp>
      <p:sp>
        <p:nvSpPr>
          <p:cNvPr id="57" name="Line 57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58" name="br-roadmap-p34 Placeholder Carrier"/>
          <p:cNvSpPr txBox="1"/>
          <p:nvPr>
            <p:ph type="body" idx="34"/>
          </p:nvPr>
        </p:nvSpPr>
        <p:spPr>
          <a:xfrm>
            <a:off x="852488" y="15824200"/>
            <a:ext cx="5566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NINETY-DAY PLAN · DATES AND GATES ARE DEMONSTRATION DATA</a:t>
            </a:r>
          </a:p>
        </p:txBody>
      </p:sp>
      <p:sp>
        <p:nvSpPr>
          <p:cNvPr id="59" name="br-roadmap-p35 Placeholder Carrier"/>
          <p:cNvSpPr txBox="1"/>
          <p:nvPr>
            <p:ph type="body" idx="35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60" name="br-roadmap-p36 Placeholder Carrier"/>
          <p:cNvSpPr txBox="1"/>
          <p:nvPr>
            <p:ph type="sldNum" idx="36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portfolio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portfolio-p1 Placeholder Carrier"/>
          <p:cNvSpPr txBox="1"/>
          <p:nvPr>
            <p:ph type="body" idx="1"/>
          </p:nvPr>
        </p:nvSpPr>
        <p:spPr>
          <a:xfrm>
            <a:off x="1099566" y="730250"/>
            <a:ext cx="34163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PORTFOLIO / CAPITAL ALLOCATION</a:t>
            </a:r>
          </a:p>
        </p:txBody>
      </p:sp>
      <p:sp>
        <p:nvSpPr>
          <p:cNvPr id="6" name="br-portfolio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11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portfolio-p3 Placeholder Carrier"/>
          <p:cNvSpPr txBox="1"/>
          <p:nvPr>
            <p:ph type="body" idx="3"/>
          </p:nvPr>
        </p:nvSpPr>
        <p:spPr>
          <a:xfrm>
            <a:off x="852297" y="1301750"/>
            <a:ext cx="101072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PORTFOLIO</a:t>
            </a:r>
          </a:p>
        </p:txBody>
      </p:sp>
      <p:sp>
        <p:nvSpPr>
          <p:cNvPr id="9" name="br-portfolio-p4 Placeholder Carrier"/>
          <p:cNvSpPr txBox="1"/>
          <p:nvPr>
            <p:ph type="title" idx="4"/>
          </p:nvPr>
        </p:nvSpPr>
        <p:spPr>
          <a:xfrm>
            <a:off x="838200" y="1553464"/>
            <a:ext cx="7230969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Fund four, fix three, exit two.</a:t>
            </a:r>
          </a:p>
        </p:txBody>
      </p:sp>
      <p:sp>
        <p:nvSpPr>
          <p:cNvPr id="10" name="br-portfolio-p5 Placeholder Carrier"/>
          <p:cNvSpPr txBox="1"/>
          <p:nvPr>
            <p:ph type="body" idx="5"/>
          </p:nvPr>
        </p:nvSpPr>
        <p:spPr>
          <a:xfrm>
            <a:off x="848487" y="2701036"/>
            <a:ext cx="5345977" cy="9288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Market growth against operating margin. Bubble size is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revenue; the dashed lines mark the portfolio's median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position.</a:t>
            </a:r>
          </a:p>
        </p:txBody>
      </p:sp>
      <p:sp>
        <p:nvSpPr>
          <p:cNvPr id="11" name="Line 11"/>
          <p:cNvSpPr/>
          <p:nvPr/>
        </p:nvSpPr>
        <p:spPr>
          <a:xfrm>
            <a:off x="2190750" y="11430000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/>
          <a:ln w="9525">
            <a:solidFill>
              <a:srgbClr val="5F6E79">
                <a:alpha val="6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2190750" y="4000500"/>
            <a:ext cx="9525" cy="7429500"/>
          </a:xfrm>
          <a:custGeom>
            <a:avLst/>
            <a:gdLst/>
            <a:ahLst/>
            <a:cxnLst/>
            <a:rect l="l" t="t" r="r" b="b"/>
            <a:pathLst>
              <a:path w="9525" h="7429500">
                <a:moveTo>
                  <a:pt x="0" y="0"/>
                </a:moveTo>
                <a:lnTo>
                  <a:pt x="0" y="7429500"/>
                </a:lnTo>
              </a:path>
            </a:pathLst>
          </a:custGeom>
          <a:noFill/>
          <a:ln w="9525">
            <a:solidFill>
              <a:srgbClr val="5F6E79">
                <a:alpha val="60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6096000" y="4000500"/>
            <a:ext cx="9525" cy="7429500"/>
          </a:xfrm>
          <a:custGeom>
            <a:avLst/>
            <a:gdLst/>
            <a:ahLst/>
            <a:cxnLst/>
            <a:rect l="l" t="t" r="r" b="b"/>
            <a:pathLst>
              <a:path w="9525" h="7429500">
                <a:moveTo>
                  <a:pt x="0" y="0"/>
                </a:moveTo>
                <a:lnTo>
                  <a:pt x="0" y="7429500"/>
                </a:lnTo>
              </a:path>
            </a:pathLst>
          </a:custGeom>
          <a:noFill/>
          <a:ln w="9525">
            <a:solidFill>
              <a:srgbClr val="5F6E79">
                <a:alpha val="50000"/>
              </a:srgbClr>
            </a:solidFill>
            <a:custDash>
              <a:ds d="700000" sp="800000"/>
            </a:custDash>
          </a:ln>
        </p:spPr>
      </p:sp>
      <p:sp>
        <p:nvSpPr>
          <p:cNvPr id="14" name="Line 14"/>
          <p:cNvSpPr/>
          <p:nvPr/>
        </p:nvSpPr>
        <p:spPr>
          <a:xfrm>
            <a:off x="2190750" y="7620000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/>
          <a:ln w="9525">
            <a:solidFill>
              <a:srgbClr val="5F6E79">
                <a:alpha val="50000"/>
              </a:srgbClr>
            </a:solidFill>
            <a:custDash>
              <a:ds d="700000" sp="800000"/>
            </a:custDash>
          </a:ln>
        </p:spPr>
      </p:sp>
      <p:sp>
        <p:nvSpPr>
          <p:cNvPr id="15" name="Line 15"/>
          <p:cNvSpPr/>
          <p:nvPr/>
        </p:nvSpPr>
        <p:spPr>
          <a:xfrm>
            <a:off x="2190750" y="11430000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/>
          <a:ln w="9525">
            <a:solidFill>
              <a:srgbClr val="D5DCE1">
                <a:alpha val="60000"/>
              </a:srgbClr>
            </a:solidFill>
          </a:ln>
        </p:spPr>
      </p:sp>
      <p:sp>
        <p:nvSpPr>
          <p:cNvPr id="16" name="br-portfolio-p6 Placeholder Carrier"/>
          <p:cNvSpPr txBox="1"/>
          <p:nvPr>
            <p:ph type="body" idx="6"/>
          </p:nvPr>
        </p:nvSpPr>
        <p:spPr>
          <a:xfrm>
            <a:off x="1939373" y="11379200"/>
            <a:ext cx="141839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5%</a:t>
            </a:r>
          </a:p>
        </p:txBody>
      </p:sp>
      <p:sp>
        <p:nvSpPr>
          <p:cNvPr id="17" name="Line 17"/>
          <p:cNvSpPr/>
          <p:nvPr/>
        </p:nvSpPr>
        <p:spPr>
          <a:xfrm>
            <a:off x="2190750" y="9741477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/>
          <a:ln w="9525">
            <a:solidFill>
              <a:srgbClr val="D5DCE1">
                <a:alpha val="60000"/>
              </a:srgbClr>
            </a:solidFill>
          </a:ln>
        </p:spPr>
      </p:sp>
      <p:sp>
        <p:nvSpPr>
          <p:cNvPr id="18" name="br-portfolio-p7 Placeholder Carrier"/>
          <p:cNvSpPr txBox="1"/>
          <p:nvPr>
            <p:ph type="body" idx="7"/>
          </p:nvPr>
        </p:nvSpPr>
        <p:spPr>
          <a:xfrm>
            <a:off x="1888458" y="9690677"/>
            <a:ext cx="192755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10%</a:t>
            </a:r>
          </a:p>
        </p:txBody>
      </p:sp>
      <p:sp>
        <p:nvSpPr>
          <p:cNvPr id="19" name="Line 19"/>
          <p:cNvSpPr/>
          <p:nvPr/>
        </p:nvSpPr>
        <p:spPr>
          <a:xfrm>
            <a:off x="2190750" y="8052955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/>
          <a:ln w="9525">
            <a:solidFill>
              <a:srgbClr val="D5DCE1">
                <a:alpha val="60000"/>
              </a:srgbClr>
            </a:solidFill>
          </a:ln>
        </p:spPr>
      </p:sp>
      <p:sp>
        <p:nvSpPr>
          <p:cNvPr id="20" name="br-portfolio-p8 Placeholder Carrier"/>
          <p:cNvSpPr txBox="1"/>
          <p:nvPr>
            <p:ph type="body" idx="8"/>
          </p:nvPr>
        </p:nvSpPr>
        <p:spPr>
          <a:xfrm>
            <a:off x="1888458" y="8002155"/>
            <a:ext cx="192755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15%</a:t>
            </a:r>
          </a:p>
        </p:txBody>
      </p:sp>
      <p:sp>
        <p:nvSpPr>
          <p:cNvPr id="21" name="Line 21"/>
          <p:cNvSpPr/>
          <p:nvPr/>
        </p:nvSpPr>
        <p:spPr>
          <a:xfrm>
            <a:off x="2190750" y="6364432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/>
          <a:ln w="9525">
            <a:solidFill>
              <a:srgbClr val="D5DCE1">
                <a:alpha val="60000"/>
              </a:srgbClr>
            </a:solidFill>
          </a:ln>
        </p:spPr>
      </p:sp>
      <p:sp>
        <p:nvSpPr>
          <p:cNvPr id="22" name="br-portfolio-p9 Placeholder Carrier"/>
          <p:cNvSpPr txBox="1"/>
          <p:nvPr>
            <p:ph type="body" idx="9"/>
          </p:nvPr>
        </p:nvSpPr>
        <p:spPr>
          <a:xfrm>
            <a:off x="1888458" y="6313632"/>
            <a:ext cx="192755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20%</a:t>
            </a:r>
          </a:p>
        </p:txBody>
      </p:sp>
      <p:sp>
        <p:nvSpPr>
          <p:cNvPr id="23" name="Line 23"/>
          <p:cNvSpPr/>
          <p:nvPr/>
        </p:nvSpPr>
        <p:spPr>
          <a:xfrm>
            <a:off x="2190750" y="4675909"/>
            <a:ext cx="7810500" cy="9525"/>
          </a:xfrm>
          <a:custGeom>
            <a:avLst/>
            <a:gdLst/>
            <a:ahLst/>
            <a:cxnLst/>
            <a:rect l="l" t="t" r="r" b="b"/>
            <a:pathLst>
              <a:path w="7810500" h="9525">
                <a:moveTo>
                  <a:pt x="0" y="0"/>
                </a:moveTo>
                <a:lnTo>
                  <a:pt x="7810500" y="0"/>
                </a:lnTo>
              </a:path>
            </a:pathLst>
          </a:custGeom>
          <a:noFill/>
          <a:ln w="9525">
            <a:solidFill>
              <a:srgbClr val="D5DCE1">
                <a:alpha val="60000"/>
              </a:srgbClr>
            </a:solidFill>
          </a:ln>
        </p:spPr>
      </p:sp>
      <p:sp>
        <p:nvSpPr>
          <p:cNvPr id="24" name="br-portfolio-p10 Placeholder Carrier"/>
          <p:cNvSpPr txBox="1"/>
          <p:nvPr>
            <p:ph type="body" idx="10"/>
          </p:nvPr>
        </p:nvSpPr>
        <p:spPr>
          <a:xfrm>
            <a:off x="1888458" y="4625109"/>
            <a:ext cx="192755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25%</a:t>
            </a:r>
          </a:p>
        </p:txBody>
      </p:sp>
      <p:sp>
        <p:nvSpPr>
          <p:cNvPr id="25" name="br-portfolio-p11 Placeholder Carrier"/>
          <p:cNvSpPr txBox="1"/>
          <p:nvPr>
            <p:ph type="body" idx="11"/>
          </p:nvPr>
        </p:nvSpPr>
        <p:spPr>
          <a:xfrm>
            <a:off x="2119830" y="11550650"/>
            <a:ext cx="141839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0%</a:t>
            </a:r>
          </a:p>
        </p:txBody>
      </p:sp>
      <p:sp>
        <p:nvSpPr>
          <p:cNvPr id="26" name="br-portfolio-p12 Placeholder Carrier"/>
          <p:cNvSpPr txBox="1"/>
          <p:nvPr>
            <p:ph type="body" idx="12"/>
          </p:nvPr>
        </p:nvSpPr>
        <p:spPr>
          <a:xfrm>
            <a:off x="4072455" y="11550650"/>
            <a:ext cx="141839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2%</a:t>
            </a:r>
          </a:p>
        </p:txBody>
      </p:sp>
      <p:sp>
        <p:nvSpPr>
          <p:cNvPr id="27" name="br-portfolio-p13 Placeholder Carrier"/>
          <p:cNvSpPr txBox="1"/>
          <p:nvPr>
            <p:ph type="body" idx="13"/>
          </p:nvPr>
        </p:nvSpPr>
        <p:spPr>
          <a:xfrm>
            <a:off x="6025080" y="11550650"/>
            <a:ext cx="141839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4%</a:t>
            </a:r>
          </a:p>
        </p:txBody>
      </p:sp>
      <p:sp>
        <p:nvSpPr>
          <p:cNvPr id="28" name="br-portfolio-p14 Placeholder Carrier"/>
          <p:cNvSpPr txBox="1"/>
          <p:nvPr>
            <p:ph type="body" idx="14"/>
          </p:nvPr>
        </p:nvSpPr>
        <p:spPr>
          <a:xfrm>
            <a:off x="7977705" y="11550650"/>
            <a:ext cx="141839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6%</a:t>
            </a:r>
          </a:p>
        </p:txBody>
      </p:sp>
      <p:sp>
        <p:nvSpPr>
          <p:cNvPr id="29" name="br-portfolio-p15 Placeholder Carrier"/>
          <p:cNvSpPr txBox="1"/>
          <p:nvPr>
            <p:ph type="body" idx="15"/>
          </p:nvPr>
        </p:nvSpPr>
        <p:spPr>
          <a:xfrm>
            <a:off x="9930330" y="11550650"/>
            <a:ext cx="141839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6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8%</a:t>
            </a:r>
          </a:p>
        </p:txBody>
      </p:sp>
      <p:sp>
        <p:nvSpPr>
          <p:cNvPr id="30" name="br-portfolio-p16 Placeholder Carrier"/>
          <p:cNvSpPr txBox="1"/>
          <p:nvPr>
            <p:ph type="body" idx="16"/>
          </p:nvPr>
        </p:nvSpPr>
        <p:spPr>
          <a:xfrm>
            <a:off x="2185988" y="11950700"/>
            <a:ext cx="135663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MARKET GROWTH →</a:t>
            </a:r>
          </a:p>
        </p:txBody>
      </p:sp>
      <p:sp>
        <p:nvSpPr>
          <p:cNvPr id="31" name="br-portfolio-p17 Placeholder Carrier"/>
          <p:cNvSpPr txBox="1"/>
          <p:nvPr>
            <p:ph type="body" idx="17"/>
          </p:nvPr>
        </p:nvSpPr>
        <p:spPr>
          <a:xfrm>
            <a:off x="2185988" y="3835400"/>
            <a:ext cx="147910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OPERATING MARGIN ↑</a:t>
            </a:r>
          </a:p>
        </p:txBody>
      </p:sp>
      <p:sp>
        <p:nvSpPr>
          <p:cNvPr id="32" name="br-portfolio-d13"/>
          <p:cNvSpPr/>
          <p:nvPr/>
        </p:nvSpPr>
        <p:spPr>
          <a:xfrm>
            <a:off x="7748588" y="4518314"/>
            <a:ext cx="990600" cy="990600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33" name="br-portfolio-p18 Placeholder Carrier"/>
          <p:cNvSpPr txBox="1"/>
          <p:nvPr>
            <p:ph type="body" idx="18"/>
          </p:nvPr>
        </p:nvSpPr>
        <p:spPr>
          <a:xfrm>
            <a:off x="7931870" y="4334164"/>
            <a:ext cx="62403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Core platform</a:t>
            </a:r>
          </a:p>
        </p:txBody>
      </p:sp>
      <p:sp>
        <p:nvSpPr>
          <p:cNvPr id="34" name="br-portfolio-d14"/>
          <p:cNvSpPr/>
          <p:nvPr/>
        </p:nvSpPr>
        <p:spPr>
          <a:xfrm>
            <a:off x="8836819" y="5740977"/>
            <a:ext cx="571500" cy="571500"/>
          </a:xfrm>
          <a:prstGeom prst="ellipse">
            <a:avLst/>
          </a:prstGeom>
          <a:solidFill>
            <a:srgbClr val="00A9F4">
              <a:alpha val="88000"/>
            </a:srgbClr>
          </a:solidFill>
          <a:ln>
            <a:noFill/>
          </a:ln>
        </p:spPr>
      </p:sp>
      <p:sp>
        <p:nvSpPr>
          <p:cNvPr id="35" name="br-portfolio-p19 Placeholder Carrier"/>
          <p:cNvSpPr txBox="1"/>
          <p:nvPr>
            <p:ph type="body" idx="19"/>
          </p:nvPr>
        </p:nvSpPr>
        <p:spPr>
          <a:xfrm>
            <a:off x="8810551" y="5556827"/>
            <a:ext cx="62403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Data services</a:t>
            </a:r>
          </a:p>
        </p:txBody>
      </p:sp>
      <p:sp>
        <p:nvSpPr>
          <p:cNvPr id="36" name="br-portfolio-d15"/>
          <p:cNvSpPr/>
          <p:nvPr/>
        </p:nvSpPr>
        <p:spPr>
          <a:xfrm>
            <a:off x="5710238" y="5498523"/>
            <a:ext cx="381000" cy="381000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37" name="br-portfolio-p20 Placeholder Carrier"/>
          <p:cNvSpPr txBox="1"/>
          <p:nvPr>
            <p:ph type="body" idx="20"/>
          </p:nvPr>
        </p:nvSpPr>
        <p:spPr>
          <a:xfrm>
            <a:off x="5611280" y="5314373"/>
            <a:ext cx="57891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Field service</a:t>
            </a:r>
          </a:p>
        </p:txBody>
      </p:sp>
      <p:sp>
        <p:nvSpPr>
          <p:cNvPr id="38" name="br-portfolio-d16"/>
          <p:cNvSpPr/>
          <p:nvPr/>
        </p:nvSpPr>
        <p:spPr>
          <a:xfrm>
            <a:off x="3981450" y="5811982"/>
            <a:ext cx="1104900" cy="1104900"/>
          </a:xfrm>
          <a:prstGeom prst="ellipse">
            <a:avLst/>
          </a:prstGeom>
          <a:solidFill>
            <a:srgbClr val="8FA3B0"/>
          </a:solidFill>
          <a:ln>
            <a:noFill/>
          </a:ln>
        </p:spPr>
      </p:sp>
      <p:sp>
        <p:nvSpPr>
          <p:cNvPr id="39" name="br-portfolio-p21 Placeholder Carrier"/>
          <p:cNvSpPr txBox="1"/>
          <p:nvPr>
            <p:ph type="body" idx="21"/>
          </p:nvPr>
        </p:nvSpPr>
        <p:spPr>
          <a:xfrm>
            <a:off x="4221462" y="5627832"/>
            <a:ext cx="62487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Managed ops</a:t>
            </a:r>
          </a:p>
        </p:txBody>
      </p:sp>
      <p:sp>
        <p:nvSpPr>
          <p:cNvPr id="40" name="br-portfolio-d17"/>
          <p:cNvSpPr/>
          <p:nvPr/>
        </p:nvSpPr>
        <p:spPr>
          <a:xfrm>
            <a:off x="2802731" y="7448550"/>
            <a:ext cx="533400" cy="533400"/>
          </a:xfrm>
          <a:prstGeom prst="ellipse">
            <a:avLst/>
          </a:prstGeom>
          <a:solidFill>
            <a:srgbClr val="B9C7CF"/>
          </a:solidFill>
          <a:ln>
            <a:noFill/>
          </a:ln>
        </p:spPr>
      </p:sp>
      <p:sp>
        <p:nvSpPr>
          <p:cNvPr id="41" name="br-portfolio-p22 Placeholder Carrier"/>
          <p:cNvSpPr txBox="1"/>
          <p:nvPr>
            <p:ph type="body" idx="22"/>
          </p:nvPr>
        </p:nvSpPr>
        <p:spPr>
          <a:xfrm>
            <a:off x="2774098" y="7264400"/>
            <a:ext cx="59066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Maintenance</a:t>
            </a:r>
          </a:p>
        </p:txBody>
      </p:sp>
      <p:sp>
        <p:nvSpPr>
          <p:cNvPr id="42" name="br-portfolio-d18"/>
          <p:cNvSpPr/>
          <p:nvPr/>
        </p:nvSpPr>
        <p:spPr>
          <a:xfrm>
            <a:off x="7019925" y="9156123"/>
            <a:ext cx="495300" cy="495300"/>
          </a:xfrm>
          <a:prstGeom prst="ellipse">
            <a:avLst/>
          </a:prstGeom>
          <a:solidFill>
            <a:srgbClr val="B9C7CF"/>
          </a:solidFill>
          <a:ln>
            <a:noFill/>
          </a:ln>
        </p:spPr>
      </p:sp>
      <p:sp>
        <p:nvSpPr>
          <p:cNvPr id="43" name="br-portfolio-p23 Placeholder Carrier"/>
          <p:cNvSpPr txBox="1"/>
          <p:nvPr>
            <p:ph type="body" idx="23"/>
          </p:nvPr>
        </p:nvSpPr>
        <p:spPr>
          <a:xfrm>
            <a:off x="6944301" y="8971973"/>
            <a:ext cx="64654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Adjacent tools</a:t>
            </a:r>
          </a:p>
        </p:txBody>
      </p:sp>
      <p:sp>
        <p:nvSpPr>
          <p:cNvPr id="44" name="br-portfolio-d19"/>
          <p:cNvSpPr/>
          <p:nvPr/>
        </p:nvSpPr>
        <p:spPr>
          <a:xfrm>
            <a:off x="3238500" y="8551718"/>
            <a:ext cx="1028700" cy="1028700"/>
          </a:xfrm>
          <a:prstGeom prst="ellipse">
            <a:avLst/>
          </a:prstGeom>
          <a:solidFill>
            <a:srgbClr val="E3120B">
              <a:alpha val="88000"/>
            </a:srgbClr>
          </a:solidFill>
          <a:ln>
            <a:noFill/>
          </a:ln>
        </p:spPr>
      </p:sp>
      <p:sp>
        <p:nvSpPr>
          <p:cNvPr id="45" name="br-portfolio-p24 Placeholder Carrier"/>
          <p:cNvSpPr txBox="1"/>
          <p:nvPr>
            <p:ph type="body" idx="24"/>
          </p:nvPr>
        </p:nvSpPr>
        <p:spPr>
          <a:xfrm>
            <a:off x="3381887" y="8367568"/>
            <a:ext cx="74192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Custom projects</a:t>
            </a:r>
          </a:p>
        </p:txBody>
      </p:sp>
      <p:sp>
        <p:nvSpPr>
          <p:cNvPr id="46" name="br-portfolio-d20"/>
          <p:cNvSpPr/>
          <p:nvPr/>
        </p:nvSpPr>
        <p:spPr>
          <a:xfrm>
            <a:off x="3038475" y="9755332"/>
            <a:ext cx="647700" cy="647700"/>
          </a:xfrm>
          <a:prstGeom prst="ellipse">
            <a:avLst/>
          </a:prstGeom>
          <a:solidFill>
            <a:srgbClr val="E3120B">
              <a:alpha val="88000"/>
            </a:srgbClr>
          </a:solidFill>
          <a:ln>
            <a:noFill/>
          </a:ln>
        </p:spPr>
      </p:sp>
      <p:sp>
        <p:nvSpPr>
          <p:cNvPr id="47" name="br-portfolio-p25 Placeholder Carrier"/>
          <p:cNvSpPr txBox="1"/>
          <p:nvPr>
            <p:ph type="body" idx="25"/>
          </p:nvPr>
        </p:nvSpPr>
        <p:spPr>
          <a:xfrm>
            <a:off x="3137162" y="9571182"/>
            <a:ext cx="45032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Hardware</a:t>
            </a:r>
          </a:p>
        </p:txBody>
      </p:sp>
      <p:sp>
        <p:nvSpPr>
          <p:cNvPr id="48" name="br-portfolio-d21"/>
          <p:cNvSpPr/>
          <p:nvPr/>
        </p:nvSpPr>
        <p:spPr>
          <a:xfrm>
            <a:off x="2566988" y="4466359"/>
            <a:ext cx="419100" cy="419100"/>
          </a:xfrm>
          <a:prstGeom prst="ellipse">
            <a:avLst/>
          </a:prstGeom>
          <a:solidFill>
            <a:srgbClr val="C9B99A"/>
          </a:solidFill>
          <a:ln>
            <a:noFill/>
          </a:ln>
        </p:spPr>
      </p:sp>
      <p:sp>
        <p:nvSpPr>
          <p:cNvPr id="49" name="br-portfolio-p26 Placeholder Carrier"/>
          <p:cNvSpPr txBox="1"/>
          <p:nvPr>
            <p:ph type="body" idx="26"/>
          </p:nvPr>
        </p:nvSpPr>
        <p:spPr>
          <a:xfrm>
            <a:off x="2411109" y="4282209"/>
            <a:ext cx="73085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Legacy licences</a:t>
            </a:r>
          </a:p>
        </p:txBody>
      </p:sp>
      <p:sp>
        <p:nvSpPr>
          <p:cNvPr id="50" name="br-portfolio-d22"/>
          <p:cNvSpPr/>
          <p:nvPr/>
        </p:nvSpPr>
        <p:spPr>
          <a:xfrm>
            <a:off x="0" y="12763500"/>
            <a:ext cx="11811000" cy="23241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51" name="br-portfolio-d23"/>
          <p:cNvSpPr/>
          <p:nvPr/>
        </p:nvSpPr>
        <p:spPr>
          <a:xfrm>
            <a:off x="857250" y="13087350"/>
            <a:ext cx="76200" cy="76200"/>
          </a:xfrm>
          <a:prstGeom prst="rect">
            <a:avLst/>
          </a:prstGeom>
          <a:solidFill>
            <a:srgbClr val="00A9F4"/>
          </a:solidFill>
          <a:ln>
            <a:noFill/>
          </a:ln>
        </p:spPr>
      </p:sp>
      <p:sp>
        <p:nvSpPr>
          <p:cNvPr id="52" name="br-portfolio-p27 Placeholder Carrier"/>
          <p:cNvSpPr txBox="1"/>
          <p:nvPr>
            <p:ph type="body" idx="27"/>
          </p:nvPr>
        </p:nvSpPr>
        <p:spPr>
          <a:xfrm>
            <a:off x="1023938" y="13093700"/>
            <a:ext cx="2328913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62% OF CAPITAL SITS BELOW THE LINE</a:t>
            </a:r>
          </a:p>
        </p:txBody>
      </p:sp>
      <p:sp>
        <p:nvSpPr>
          <p:cNvPr id="53" name="br-portfolio-d24"/>
          <p:cNvSpPr/>
          <p:nvPr/>
        </p:nvSpPr>
        <p:spPr>
          <a:xfrm>
            <a:off x="895350" y="13658850"/>
            <a:ext cx="114300" cy="114300"/>
          </a:xfrm>
          <a:prstGeom prst="ellipse">
            <a:avLst/>
          </a:prstGeom>
          <a:solidFill>
            <a:srgbClr val="00A9F4"/>
          </a:solidFill>
          <a:ln>
            <a:noFill/>
          </a:ln>
        </p:spPr>
      </p:sp>
      <p:sp>
        <p:nvSpPr>
          <p:cNvPr id="54" name="br-portfolio-p28 Placeholder Carrier"/>
          <p:cNvSpPr txBox="1"/>
          <p:nvPr>
            <p:ph type="body" idx="28"/>
          </p:nvPr>
        </p:nvSpPr>
        <p:spPr>
          <a:xfrm>
            <a:off x="1100138" y="13677900"/>
            <a:ext cx="4290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FUND</a:t>
            </a:r>
          </a:p>
        </p:txBody>
      </p:sp>
      <p:sp>
        <p:nvSpPr>
          <p:cNvPr id="55" name="br-portfolio-p29 Placeholder Carrier"/>
          <p:cNvSpPr txBox="1"/>
          <p:nvPr>
            <p:ph type="body" idx="29"/>
          </p:nvPr>
        </p:nvSpPr>
        <p:spPr>
          <a:xfrm>
            <a:off x="851535" y="13886180"/>
            <a:ext cx="1824449" cy="4391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Platform, data, field service:</a:t>
            </a:r>
            <a:b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protect price and compound.</a:t>
            </a:r>
          </a:p>
        </p:txBody>
      </p:sp>
      <p:sp>
        <p:nvSpPr>
          <p:cNvPr id="56" name="br-portfolio-d25"/>
          <p:cNvSpPr/>
          <p:nvPr/>
        </p:nvSpPr>
        <p:spPr>
          <a:xfrm>
            <a:off x="4419600" y="13658850"/>
            <a:ext cx="114300" cy="114300"/>
          </a:xfrm>
          <a:prstGeom prst="ellipse">
            <a:avLst/>
          </a:prstGeom>
          <a:solidFill>
            <a:srgbClr val="8FA3B0"/>
          </a:solidFill>
          <a:ln>
            <a:noFill/>
          </a:ln>
        </p:spPr>
      </p:sp>
      <p:sp>
        <p:nvSpPr>
          <p:cNvPr id="57" name="br-portfolio-p30 Placeholder Carrier"/>
          <p:cNvSpPr txBox="1"/>
          <p:nvPr>
            <p:ph type="body" idx="30"/>
          </p:nvPr>
        </p:nvSpPr>
        <p:spPr>
          <a:xfrm>
            <a:off x="4624388" y="13677900"/>
            <a:ext cx="25133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FIX</a:t>
            </a:r>
          </a:p>
        </p:txBody>
      </p:sp>
      <p:sp>
        <p:nvSpPr>
          <p:cNvPr id="58" name="br-portfolio-p31 Placeholder Carrier"/>
          <p:cNvSpPr txBox="1"/>
          <p:nvPr>
            <p:ph type="body" idx="31"/>
          </p:nvPr>
        </p:nvSpPr>
        <p:spPr>
          <a:xfrm>
            <a:off x="4375785" y="13886180"/>
            <a:ext cx="2119555" cy="4391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Managed operations: simplify the</a:t>
            </a:r>
            <a:b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offer and the cost base.</a:t>
            </a:r>
          </a:p>
        </p:txBody>
      </p:sp>
      <p:sp>
        <p:nvSpPr>
          <p:cNvPr id="59" name="br-portfolio-d26"/>
          <p:cNvSpPr/>
          <p:nvPr/>
        </p:nvSpPr>
        <p:spPr>
          <a:xfrm>
            <a:off x="7943850" y="13658850"/>
            <a:ext cx="114300" cy="114300"/>
          </a:xfrm>
          <a:prstGeom prst="ellipse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60" name="br-portfolio-p32 Placeholder Carrier"/>
          <p:cNvSpPr txBox="1"/>
          <p:nvPr>
            <p:ph type="body" idx="32"/>
          </p:nvPr>
        </p:nvSpPr>
        <p:spPr>
          <a:xfrm>
            <a:off x="8148638" y="13677900"/>
            <a:ext cx="3580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EXIT</a:t>
            </a:r>
          </a:p>
        </p:txBody>
      </p:sp>
      <p:sp>
        <p:nvSpPr>
          <p:cNvPr id="61" name="br-portfolio-p33 Placeholder Carrier"/>
          <p:cNvSpPr txBox="1"/>
          <p:nvPr>
            <p:ph type="body" idx="33"/>
          </p:nvPr>
        </p:nvSpPr>
        <p:spPr>
          <a:xfrm>
            <a:off x="7900035" y="13886180"/>
            <a:ext cx="1742064" cy="4391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725"/>
              </a:lnSpc>
              <a:buNone/>
            </a:pP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Custom projects, hardware,</a:t>
            </a:r>
            <a:b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legacy: sell or wind down.</a:t>
            </a:r>
          </a:p>
        </p:txBody>
      </p:sp>
      <p:sp>
        <p:nvSpPr>
          <p:cNvPr id="62" name="Line 62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63" name="br-portfolio-p34 Placeholder Carrier"/>
          <p:cNvSpPr txBox="1"/>
          <p:nvPr>
            <p:ph type="body" idx="34"/>
          </p:nvPr>
        </p:nvSpPr>
        <p:spPr>
          <a:xfrm>
            <a:off x="852488" y="15824200"/>
            <a:ext cx="569295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PORTFOLIO MAP · POSITIONS AND SIZES ARE DEMONSTRATION DATA</a:t>
            </a:r>
          </a:p>
        </p:txBody>
      </p:sp>
      <p:sp>
        <p:nvSpPr>
          <p:cNvPr id="64" name="br-portfolio-p35 Placeholder Carrier"/>
          <p:cNvSpPr txBox="1"/>
          <p:nvPr>
            <p:ph type="body" idx="35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65" name="br-portfolio-p36 Placeholder Carrier"/>
          <p:cNvSpPr txBox="1"/>
          <p:nvPr>
            <p:ph type="sldNum" idx="36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essay-d2"/>
          <p:cNvSpPr/>
          <p:nvPr/>
        </p:nvSpPr>
        <p:spPr>
          <a:xfrm>
            <a:off x="857250" y="838200"/>
            <a:ext cx="2000250" cy="3810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essay-p1 Placeholder Carrier"/>
          <p:cNvSpPr txBox="1"/>
          <p:nvPr>
            <p:ph type="body" idx="1"/>
          </p:nvPr>
        </p:nvSpPr>
        <p:spPr>
          <a:xfrm>
            <a:off x="1023747" y="1025525"/>
            <a:ext cx="1130959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LEADER</a:t>
            </a:r>
          </a:p>
        </p:txBody>
      </p:sp>
      <p:sp>
        <p:nvSpPr>
          <p:cNvPr id="6" name="br-essay-p2 Placeholder Carrier"/>
          <p:cNvSpPr txBox="1"/>
          <p:nvPr>
            <p:ph type="sldNum" idx="2"/>
          </p:nvPr>
        </p:nvSpPr>
        <p:spPr>
          <a:xfrm>
            <a:off x="9820846" y="996950"/>
            <a:ext cx="113766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12 / THE LEADER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409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essay-p3 Placeholder Carrier"/>
          <p:cNvSpPr txBox="1"/>
          <p:nvPr>
            <p:ph type="title" idx="3"/>
          </p:nvPr>
        </p:nvSpPr>
        <p:spPr>
          <a:xfrm>
            <a:off x="838200" y="2076450"/>
            <a:ext cx="9086610" cy="1190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615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The case for boring.</a:t>
            </a:r>
          </a:p>
        </p:txBody>
      </p:sp>
      <p:sp>
        <p:nvSpPr>
          <p:cNvPr id="9" name="br-essay-p4 Placeholder Carrier"/>
          <p:cNvSpPr txBox="1"/>
          <p:nvPr>
            <p:ph type="subTitle" idx="4"/>
          </p:nvPr>
        </p:nvSpPr>
        <p:spPr>
          <a:xfrm>
            <a:off x="846963" y="3229864"/>
            <a:ext cx="4193633" cy="738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700"/>
              </a:lnSpc>
              <a:buNone/>
            </a:pPr>
            <a:r>
              <a:rPr lang="en" sz="2020" i="1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The case for a strategy that survives</a:t>
            </a:r>
            <a:br>
              <a:rPr lang="en" sz="2020" i="1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2020" i="1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contact with the calendar.</a:t>
            </a:r>
          </a:p>
        </p:txBody>
      </p:sp>
      <p:sp>
        <p:nvSpPr>
          <p:cNvPr id="10" name="br-essay-p5 Placeholder Carrier"/>
          <p:cNvSpPr txBox="1"/>
          <p:nvPr>
            <p:ph type="body" idx="5"/>
          </p:nvPr>
        </p:nvSpPr>
        <p:spPr>
          <a:xfrm>
            <a:off x="852488" y="4692650"/>
            <a:ext cx="387475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BY THE STRATEGY OFFICE · 6 MIN READ · OCTOBER 2026</a:t>
            </a:r>
          </a:p>
        </p:txBody>
      </p:sp>
      <p:sp>
        <p:nvSpPr>
          <p:cNvPr id="11" name="Line 11"/>
          <p:cNvSpPr/>
          <p:nvPr/>
        </p:nvSpPr>
        <p:spPr>
          <a:xfrm>
            <a:off x="857250" y="50292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2" name="br-essay-p6 Placeholder Carrier"/>
          <p:cNvSpPr txBox="1"/>
          <p:nvPr>
            <p:ph type="body" idx="6"/>
          </p:nvPr>
        </p:nvSpPr>
        <p:spPr>
          <a:xfrm>
            <a:off x="849249" y="5300472"/>
            <a:ext cx="3290853" cy="5185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00"/>
              </a:lnSpc>
              <a:buNone/>
            </a:pP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The strategy industry has a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weakness for drama. Transformation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programmes are announced with the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gravity of moon landings, then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quietly re-baselined when the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quarter turns. The result is a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familiar pattern: a bold diagnosis,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a crowded slide, and a second year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that looks much like the first.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 xml:space="preserve"> 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The alternative is less photogenic.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Pick a small number of moves that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change how work actually flows,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assign one owner to each, and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measure them every month until the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behaviour sticks. Call it boring if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you like. Boring compounds.</a:t>
            </a:r>
          </a:p>
        </p:txBody>
      </p:sp>
      <p:sp>
        <p:nvSpPr>
          <p:cNvPr id="13" name="br-essay-p7 Placeholder Carrier"/>
          <p:cNvSpPr txBox="1"/>
          <p:nvPr>
            <p:ph type="body" idx="7"/>
          </p:nvPr>
        </p:nvSpPr>
        <p:spPr>
          <a:xfrm>
            <a:off x="5897499" y="5300472"/>
            <a:ext cx="3190925" cy="51857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400"/>
              </a:lnSpc>
              <a:buNone/>
            </a:pP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That is the bet in this review.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Three moves — simplify the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portfolio, rebuild decision rights,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reset the operating rhythm — are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unglamorous individually. Together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they close a 4.2-point margin gap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and take twenty-three days out of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every launch.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 xml:space="preserve"> 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The test is not whether the plan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sounds ambitious. It is whether the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organisation can repeat it without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a programme office standing over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it. Discipline, not drama, is the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strategy. The board will know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within one quarter whether the</a:t>
            </a:r>
            <a:b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58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habit has taken.</a:t>
            </a:r>
          </a:p>
        </p:txBody>
      </p:sp>
      <p:sp>
        <p:nvSpPr>
          <p:cNvPr id="14" name="Line 14"/>
          <p:cNvSpPr/>
          <p:nvPr/>
        </p:nvSpPr>
        <p:spPr>
          <a:xfrm>
            <a:off x="5762625" y="5353050"/>
            <a:ext cx="9525" cy="5886450"/>
          </a:xfrm>
          <a:custGeom>
            <a:avLst/>
            <a:gdLst/>
            <a:ahLst/>
            <a:cxnLst/>
            <a:rect l="l" t="t" r="r" b="b"/>
            <a:pathLst>
              <a:path w="9525" h="5886450">
                <a:moveTo>
                  <a:pt x="0" y="0"/>
                </a:moveTo>
                <a:lnTo>
                  <a:pt x="0" y="588645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5" name="br-essay-d6"/>
          <p:cNvSpPr/>
          <p:nvPr/>
        </p:nvSpPr>
        <p:spPr>
          <a:xfrm>
            <a:off x="857250" y="11715750"/>
            <a:ext cx="57150" cy="1257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16" name="br-essay-p8 Placeholder Carrier"/>
          <p:cNvSpPr txBox="1"/>
          <p:nvPr>
            <p:ph type="body" idx="8"/>
          </p:nvPr>
        </p:nvSpPr>
        <p:spPr>
          <a:xfrm>
            <a:off x="1130046" y="11708638"/>
            <a:ext cx="4809075" cy="93687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450"/>
              </a:lnSpc>
              <a:buNone/>
            </a:pPr>
            <a:r>
              <a:rPr lang="en" sz="2550" i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“Boring is not a lack of ambition.</a:t>
            </a:r>
            <a:br>
              <a:rPr lang="en" sz="2550" i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</a:br>
            <a:r>
              <a:rPr lang="en" sz="2550" i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It is ambition with a schedule.”</a:t>
            </a:r>
          </a:p>
        </p:txBody>
      </p:sp>
      <p:sp>
        <p:nvSpPr>
          <p:cNvPr id="17" name="br-essay-p9 Placeholder Carrier"/>
          <p:cNvSpPr txBox="1"/>
          <p:nvPr>
            <p:ph type="body" idx="9"/>
          </p:nvPr>
        </p:nvSpPr>
        <p:spPr>
          <a:xfrm>
            <a:off x="1138238" y="13360400"/>
            <a:ext cx="391096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THE STRATEGY OFFICE / FOR THE BOARD, OCTOBER 2026</a:t>
            </a:r>
          </a:p>
        </p:txBody>
      </p:sp>
      <p:sp>
        <p:nvSpPr>
          <p:cNvPr id="18" name="Line 18"/>
          <p:cNvSpPr/>
          <p:nvPr/>
        </p:nvSpPr>
        <p:spPr>
          <a:xfrm>
            <a:off x="857250" y="140017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9" name="br-essay-p10 Placeholder Carrier"/>
          <p:cNvSpPr txBox="1"/>
          <p:nvPr>
            <p:ph type="body" idx="10"/>
          </p:nvPr>
        </p:nvSpPr>
        <p:spPr>
          <a:xfrm>
            <a:off x="852488" y="14293850"/>
            <a:ext cx="352990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NEXT: THE PLAN ON PAGE 10 · THE TEST ON PAGE 14</a:t>
            </a:r>
          </a:p>
        </p:txBody>
      </p:sp>
      <p:sp>
        <p:nvSpPr>
          <p:cNvPr id="20" name="Line 20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1" name="br-essay-p11 Placeholder Carrier"/>
          <p:cNvSpPr txBox="1"/>
          <p:nvPr>
            <p:ph type="body" idx="11"/>
          </p:nvPr>
        </p:nvSpPr>
        <p:spPr>
          <a:xfrm>
            <a:off x="852488" y="15824200"/>
            <a:ext cx="32082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THE LEADER · BOARDROOM STRATEGY REVIEW</a:t>
            </a:r>
          </a:p>
        </p:txBody>
      </p:sp>
      <p:sp>
        <p:nvSpPr>
          <p:cNvPr id="22" name="br-essay-p12 Placeholder Carrier"/>
          <p:cNvSpPr txBox="1"/>
          <p:nvPr>
            <p:ph type="body" idx="12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23" name="br-essay-p13 Placeholder Carrier"/>
          <p:cNvSpPr txBox="1"/>
          <p:nvPr>
            <p:ph type="sldNum" idx="13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recommendation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recommendation-p1 Placeholder Carrier"/>
          <p:cNvSpPr txBox="1"/>
          <p:nvPr>
            <p:ph type="body" idx="1"/>
          </p:nvPr>
        </p:nvSpPr>
        <p:spPr>
          <a:xfrm>
            <a:off x="1099566" y="730250"/>
            <a:ext cx="33738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RECOMMENDATION / THREE MOVES</a:t>
            </a:r>
          </a:p>
        </p:txBody>
      </p:sp>
      <p:sp>
        <p:nvSpPr>
          <p:cNvPr id="6" name="br-recommendation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13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recommendation-p3 Placeholder Carrier"/>
          <p:cNvSpPr txBox="1"/>
          <p:nvPr>
            <p:ph type="body" idx="3"/>
          </p:nvPr>
        </p:nvSpPr>
        <p:spPr>
          <a:xfrm>
            <a:off x="852297" y="1301750"/>
            <a:ext cx="1677933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RECOMMENDATION</a:t>
            </a:r>
          </a:p>
        </p:txBody>
      </p:sp>
      <p:sp>
        <p:nvSpPr>
          <p:cNvPr id="9" name="br-recommendation-p4 Placeholder Carrier"/>
          <p:cNvSpPr txBox="1"/>
          <p:nvPr>
            <p:ph type="title" idx="4"/>
          </p:nvPr>
        </p:nvSpPr>
        <p:spPr>
          <a:xfrm>
            <a:off x="838200" y="1553464"/>
            <a:ext cx="7846901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Three moves, in this sequence.</a:t>
            </a:r>
          </a:p>
        </p:txBody>
      </p:sp>
      <p:sp>
        <p:nvSpPr>
          <p:cNvPr id="10" name="br-recommendation-p5 Placeholder Carrier"/>
          <p:cNvSpPr txBox="1"/>
          <p:nvPr>
            <p:ph type="body" idx="5"/>
          </p:nvPr>
        </p:nvSpPr>
        <p:spPr>
          <a:xfrm>
            <a:off x="848487" y="2701036"/>
            <a:ext cx="6047103" cy="633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Each move has one owner, a funded cost and a measurable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contribution. Together they close the gap; separately they leak.</a:t>
            </a:r>
          </a:p>
        </p:txBody>
      </p:sp>
      <p:sp>
        <p:nvSpPr>
          <p:cNvPr id="11" name="br-recommendation-p6 Placeholder Carrier"/>
          <p:cNvSpPr txBox="1"/>
          <p:nvPr>
            <p:ph type="body" idx="6"/>
          </p:nvPr>
        </p:nvSpPr>
        <p:spPr>
          <a:xfrm>
            <a:off x="6662738" y="3683000"/>
            <a:ext cx="440006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OWNER</a:t>
            </a:r>
          </a:p>
        </p:txBody>
      </p:sp>
      <p:sp>
        <p:nvSpPr>
          <p:cNvPr id="12" name="br-recommendation-p7 Placeholder Carrier"/>
          <p:cNvSpPr txBox="1"/>
          <p:nvPr>
            <p:ph type="body" idx="7"/>
          </p:nvPr>
        </p:nvSpPr>
        <p:spPr>
          <a:xfrm>
            <a:off x="8186738" y="3683000"/>
            <a:ext cx="433546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INVEST</a:t>
            </a:r>
          </a:p>
        </p:txBody>
      </p:sp>
      <p:sp>
        <p:nvSpPr>
          <p:cNvPr id="13" name="br-recommendation-p8 Placeholder Carrier"/>
          <p:cNvSpPr txBox="1"/>
          <p:nvPr>
            <p:ph type="body" idx="8"/>
          </p:nvPr>
        </p:nvSpPr>
        <p:spPr>
          <a:xfrm>
            <a:off x="9520238" y="3683000"/>
            <a:ext cx="454941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IMPACT</a:t>
            </a:r>
          </a:p>
        </p:txBody>
      </p:sp>
      <p:sp>
        <p:nvSpPr>
          <p:cNvPr id="14" name="Line 14"/>
          <p:cNvSpPr/>
          <p:nvPr/>
        </p:nvSpPr>
        <p:spPr>
          <a:xfrm>
            <a:off x="857250" y="38862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071C2C"/>
            </a:solidFill>
          </a:ln>
        </p:spPr>
      </p:sp>
      <p:sp>
        <p:nvSpPr>
          <p:cNvPr id="15" name="br-recommendation-p9 Placeholder Carrier"/>
          <p:cNvSpPr txBox="1"/>
          <p:nvPr>
            <p:ph type="body" idx="9"/>
          </p:nvPr>
        </p:nvSpPr>
        <p:spPr>
          <a:xfrm>
            <a:off x="842010" y="4318000"/>
            <a:ext cx="53870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0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01</a:t>
            </a:r>
          </a:p>
        </p:txBody>
      </p:sp>
      <p:sp>
        <p:nvSpPr>
          <p:cNvPr id="16" name="br-recommendation-p10 Placeholder Carrier"/>
          <p:cNvSpPr txBox="1"/>
          <p:nvPr>
            <p:ph type="body" idx="10"/>
          </p:nvPr>
        </p:nvSpPr>
        <p:spPr>
          <a:xfrm>
            <a:off x="1703832" y="4260850"/>
            <a:ext cx="285613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1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Simplify the portfolio</a:t>
            </a:r>
          </a:p>
        </p:txBody>
      </p:sp>
      <p:sp>
        <p:nvSpPr>
          <p:cNvPr id="17" name="br-recommendation-p11 Placeholder Carrier"/>
          <p:cNvSpPr txBox="1"/>
          <p:nvPr>
            <p:ph type="body" idx="11"/>
          </p:nvPr>
        </p:nvSpPr>
        <p:spPr>
          <a:xfrm>
            <a:off x="1708404" y="4642612"/>
            <a:ext cx="2453731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Cut two lines, fund four. Publish kill</a:t>
            </a:r>
            <a:b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criteria before the next budget cycle.</a:t>
            </a:r>
          </a:p>
        </p:txBody>
      </p:sp>
      <p:sp>
        <p:nvSpPr>
          <p:cNvPr id="18" name="br-recommendation-p12 Placeholder Carrier"/>
          <p:cNvSpPr txBox="1"/>
          <p:nvPr>
            <p:ph type="body" idx="12"/>
          </p:nvPr>
        </p:nvSpPr>
        <p:spPr>
          <a:xfrm>
            <a:off x="6661785" y="4318000"/>
            <a:ext cx="8256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CEO / CFO</a:t>
            </a:r>
          </a:p>
        </p:txBody>
      </p:sp>
      <p:sp>
        <p:nvSpPr>
          <p:cNvPr id="19" name="br-recommendation-p13 Placeholder Carrier"/>
          <p:cNvSpPr txBox="1"/>
          <p:nvPr>
            <p:ph type="body" idx="13"/>
          </p:nvPr>
        </p:nvSpPr>
        <p:spPr>
          <a:xfrm>
            <a:off x="8185785" y="4318000"/>
            <a:ext cx="4052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0.1bn</a:t>
            </a:r>
          </a:p>
        </p:txBody>
      </p:sp>
      <p:sp>
        <p:nvSpPr>
          <p:cNvPr id="20" name="br-recommendation-p14 Placeholder Carrier"/>
          <p:cNvSpPr txBox="1"/>
          <p:nvPr>
            <p:ph type="body" idx="14"/>
          </p:nvPr>
        </p:nvSpPr>
        <p:spPr>
          <a:xfrm>
            <a:off x="9518523" y="4305300"/>
            <a:ext cx="659475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8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+1.1 pts</a:t>
            </a:r>
          </a:p>
        </p:txBody>
      </p:sp>
      <p:sp>
        <p:nvSpPr>
          <p:cNvPr id="21" name="Line 21"/>
          <p:cNvSpPr/>
          <p:nvPr/>
        </p:nvSpPr>
        <p:spPr>
          <a:xfrm>
            <a:off x="857250" y="58102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2" name="br-recommendation-p15 Placeholder Carrier"/>
          <p:cNvSpPr txBox="1"/>
          <p:nvPr>
            <p:ph type="body" idx="15"/>
          </p:nvPr>
        </p:nvSpPr>
        <p:spPr>
          <a:xfrm>
            <a:off x="842010" y="6794500"/>
            <a:ext cx="59703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0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02</a:t>
            </a:r>
          </a:p>
        </p:txBody>
      </p:sp>
      <p:sp>
        <p:nvSpPr>
          <p:cNvPr id="23" name="br-recommendation-p16 Placeholder Carrier"/>
          <p:cNvSpPr txBox="1"/>
          <p:nvPr>
            <p:ph type="body" idx="16"/>
          </p:nvPr>
        </p:nvSpPr>
        <p:spPr>
          <a:xfrm>
            <a:off x="1703832" y="6737350"/>
            <a:ext cx="315542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1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Rebuild decision rights</a:t>
            </a:r>
          </a:p>
        </p:txBody>
      </p:sp>
      <p:sp>
        <p:nvSpPr>
          <p:cNvPr id="24" name="br-recommendation-p17 Placeholder Carrier"/>
          <p:cNvSpPr txBox="1"/>
          <p:nvPr>
            <p:ph type="body" idx="17"/>
          </p:nvPr>
        </p:nvSpPr>
        <p:spPr>
          <a:xfrm>
            <a:off x="1708404" y="7119112"/>
            <a:ext cx="2971160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One launch owner, two decision gates, three</a:t>
            </a:r>
            <a:b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planning cycles instead of six.</a:t>
            </a:r>
          </a:p>
        </p:txBody>
      </p:sp>
      <p:sp>
        <p:nvSpPr>
          <p:cNvPr id="25" name="br-recommendation-p18 Placeholder Carrier"/>
          <p:cNvSpPr txBox="1"/>
          <p:nvPr>
            <p:ph type="body" idx="18"/>
          </p:nvPr>
        </p:nvSpPr>
        <p:spPr>
          <a:xfrm>
            <a:off x="6661785" y="6794500"/>
            <a:ext cx="3743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COO</a:t>
            </a:r>
          </a:p>
        </p:txBody>
      </p:sp>
      <p:sp>
        <p:nvSpPr>
          <p:cNvPr id="26" name="br-recommendation-p19 Placeholder Carrier"/>
          <p:cNvSpPr txBox="1"/>
          <p:nvPr>
            <p:ph type="body" idx="19"/>
          </p:nvPr>
        </p:nvSpPr>
        <p:spPr>
          <a:xfrm>
            <a:off x="8185785" y="6794500"/>
            <a:ext cx="4052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0.2bn</a:t>
            </a:r>
          </a:p>
        </p:txBody>
      </p:sp>
      <p:sp>
        <p:nvSpPr>
          <p:cNvPr id="27" name="br-recommendation-p20 Placeholder Carrier"/>
          <p:cNvSpPr txBox="1"/>
          <p:nvPr>
            <p:ph type="body" idx="20"/>
          </p:nvPr>
        </p:nvSpPr>
        <p:spPr>
          <a:xfrm>
            <a:off x="9518523" y="6781800"/>
            <a:ext cx="659475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8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+1.6 pts</a:t>
            </a:r>
          </a:p>
        </p:txBody>
      </p:sp>
      <p:sp>
        <p:nvSpPr>
          <p:cNvPr id="28" name="Line 28"/>
          <p:cNvSpPr/>
          <p:nvPr/>
        </p:nvSpPr>
        <p:spPr>
          <a:xfrm>
            <a:off x="857250" y="82867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9" name="br-recommendation-p21 Placeholder Carrier"/>
          <p:cNvSpPr txBox="1"/>
          <p:nvPr>
            <p:ph type="body" idx="21"/>
          </p:nvPr>
        </p:nvSpPr>
        <p:spPr>
          <a:xfrm>
            <a:off x="842010" y="9271000"/>
            <a:ext cx="596183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000" b="1" dirty="0">
                <a:solidFill>
                  <a:srgbClr val="E3120B"/>
                </a:solidFill>
                <a:latin typeface="+mj-lt"/>
                <a:ea typeface="+mj-ea"/>
                <a:cs typeface="+mj-cs"/>
              </a:rPr>
              <a:t>03</a:t>
            </a:r>
          </a:p>
        </p:txBody>
      </p:sp>
      <p:sp>
        <p:nvSpPr>
          <p:cNvPr id="30" name="br-recommendation-p22 Placeholder Carrier"/>
          <p:cNvSpPr txBox="1"/>
          <p:nvPr>
            <p:ph type="body" idx="22"/>
          </p:nvPr>
        </p:nvSpPr>
        <p:spPr>
          <a:xfrm>
            <a:off x="1703832" y="9213850"/>
            <a:ext cx="370607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1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Reset the operating rhythm</a:t>
            </a:r>
          </a:p>
        </p:txBody>
      </p:sp>
      <p:sp>
        <p:nvSpPr>
          <p:cNvPr id="31" name="br-recommendation-p23 Placeholder Carrier"/>
          <p:cNvSpPr txBox="1"/>
          <p:nvPr>
            <p:ph type="body" idx="23"/>
          </p:nvPr>
        </p:nvSpPr>
        <p:spPr>
          <a:xfrm>
            <a:off x="1708404" y="9595612"/>
            <a:ext cx="2638471" cy="4632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800"/>
              </a:lnSpc>
              <a:buNone/>
            </a:pPr>
            <a: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Quarterly gate, monthly review, weekly</a:t>
            </a:r>
            <a:b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20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delivery cell with the same metrics.</a:t>
            </a:r>
          </a:p>
        </p:txBody>
      </p:sp>
      <p:sp>
        <p:nvSpPr>
          <p:cNvPr id="32" name="br-recommendation-p24 Placeholder Carrier"/>
          <p:cNvSpPr txBox="1"/>
          <p:nvPr>
            <p:ph type="body" idx="24"/>
          </p:nvPr>
        </p:nvSpPr>
        <p:spPr>
          <a:xfrm>
            <a:off x="6661785" y="9271000"/>
            <a:ext cx="97614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COO / CHRO</a:t>
            </a:r>
          </a:p>
        </p:txBody>
      </p:sp>
      <p:sp>
        <p:nvSpPr>
          <p:cNvPr id="33" name="br-recommendation-p25 Placeholder Carrier"/>
          <p:cNvSpPr txBox="1"/>
          <p:nvPr>
            <p:ph type="body" idx="25"/>
          </p:nvPr>
        </p:nvSpPr>
        <p:spPr>
          <a:xfrm>
            <a:off x="8185785" y="9271000"/>
            <a:ext cx="4052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12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0.1bn</a:t>
            </a:r>
          </a:p>
        </p:txBody>
      </p:sp>
      <p:sp>
        <p:nvSpPr>
          <p:cNvPr id="34" name="br-recommendation-p26 Placeholder Carrier"/>
          <p:cNvSpPr txBox="1"/>
          <p:nvPr>
            <p:ph type="body" idx="26"/>
          </p:nvPr>
        </p:nvSpPr>
        <p:spPr>
          <a:xfrm>
            <a:off x="9518523" y="9258300"/>
            <a:ext cx="659475" cy="2503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280" b="1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+1.5 pts</a:t>
            </a:r>
          </a:p>
        </p:txBody>
      </p:sp>
      <p:sp>
        <p:nvSpPr>
          <p:cNvPr id="35" name="Line 35"/>
          <p:cNvSpPr/>
          <p:nvPr/>
        </p:nvSpPr>
        <p:spPr>
          <a:xfrm>
            <a:off x="857250" y="107632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36" name="Line 36"/>
          <p:cNvSpPr/>
          <p:nvPr/>
        </p:nvSpPr>
        <p:spPr>
          <a:xfrm>
            <a:off x="857250" y="113347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37" name="br-recommendation-p27 Placeholder Carrier"/>
          <p:cNvSpPr txBox="1"/>
          <p:nvPr>
            <p:ph type="body" idx="27"/>
          </p:nvPr>
        </p:nvSpPr>
        <p:spPr>
          <a:xfrm>
            <a:off x="6662738" y="11512550"/>
            <a:ext cx="1554798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TOTAL / FOUR QUARTERS</a:t>
            </a:r>
          </a:p>
        </p:txBody>
      </p:sp>
      <p:sp>
        <p:nvSpPr>
          <p:cNvPr id="38" name="br-recommendation-p28 Placeholder Carrier"/>
          <p:cNvSpPr txBox="1"/>
          <p:nvPr>
            <p:ph type="body" idx="28"/>
          </p:nvPr>
        </p:nvSpPr>
        <p:spPr>
          <a:xfrm>
            <a:off x="9515856" y="11442700"/>
            <a:ext cx="10754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800" b="1" dirty="0">
                <a:solidFill>
                  <a:srgbClr val="071C2C"/>
                </a:solidFill>
                <a:latin typeface="+mj-lt"/>
                <a:ea typeface="+mj-ea"/>
                <a:cs typeface="+mj-cs"/>
              </a:rPr>
              <a:t>+4.2 pts</a:t>
            </a:r>
          </a:p>
        </p:txBody>
      </p:sp>
      <p:sp>
        <p:nvSpPr>
          <p:cNvPr id="39" name="br-recommendation-d9"/>
          <p:cNvSpPr/>
          <p:nvPr/>
        </p:nvSpPr>
        <p:spPr>
          <a:xfrm>
            <a:off x="0" y="12001500"/>
            <a:ext cx="11811000" cy="2476500"/>
          </a:xfrm>
          <a:prstGeom prst="rect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40" name="br-recommendation-d10"/>
          <p:cNvSpPr/>
          <p:nvPr/>
        </p:nvSpPr>
        <p:spPr>
          <a:xfrm>
            <a:off x="857250" y="12325350"/>
            <a:ext cx="1143000" cy="43815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41" name="br-recommendation-p29 Placeholder Carrier"/>
          <p:cNvSpPr txBox="1"/>
          <p:nvPr>
            <p:ph type="body" idx="29"/>
          </p:nvPr>
        </p:nvSpPr>
        <p:spPr>
          <a:xfrm>
            <a:off x="985838" y="12553950"/>
            <a:ext cx="67382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00" b="1" spc="12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ASK</a:t>
            </a:r>
          </a:p>
        </p:txBody>
      </p:sp>
      <p:sp>
        <p:nvSpPr>
          <p:cNvPr id="42" name="br-recommendation-p30 Placeholder Carrier"/>
          <p:cNvSpPr txBox="1"/>
          <p:nvPr>
            <p:ph type="body" idx="30"/>
          </p:nvPr>
        </p:nvSpPr>
        <p:spPr>
          <a:xfrm>
            <a:off x="845058" y="13119100"/>
            <a:ext cx="51033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24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Approve 0.4bn and three owners.</a:t>
            </a:r>
          </a:p>
        </p:txBody>
      </p:sp>
      <p:sp>
        <p:nvSpPr>
          <p:cNvPr id="43" name="br-recommendation-p31 Placeholder Carrier"/>
          <p:cNvSpPr txBox="1"/>
          <p:nvPr>
            <p:ph type="body" idx="31"/>
          </p:nvPr>
        </p:nvSpPr>
        <p:spPr>
          <a:xfrm>
            <a:off x="851535" y="13524230"/>
            <a:ext cx="4285031" cy="4295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650"/>
              </a:lnSpc>
              <a:buNone/>
            </a:pP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Decision by Friday; owner letters within five working days; first gate</a:t>
            </a:r>
            <a:b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C8D5DE"/>
                </a:solidFill>
                <a:latin typeface="+mj-lt"/>
                <a:ea typeface="+mj-ea"/>
                <a:cs typeface="+mj-cs"/>
              </a:rPr>
              <a:t>thirty days from approval.</a:t>
            </a:r>
          </a:p>
        </p:txBody>
      </p:sp>
      <p:sp>
        <p:nvSpPr>
          <p:cNvPr id="44" name="br-recommendation-p32 Placeholder Carrier"/>
          <p:cNvSpPr txBox="1"/>
          <p:nvPr>
            <p:ph type="body" idx="32"/>
          </p:nvPr>
        </p:nvSpPr>
        <p:spPr>
          <a:xfrm>
            <a:off x="8377238" y="12674600"/>
            <a:ext cx="194271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FRI 30 OCT / BOARD DECISION</a:t>
            </a:r>
          </a:p>
        </p:txBody>
      </p:sp>
      <p:sp>
        <p:nvSpPr>
          <p:cNvPr id="45" name="br-recommendation-p33 Placeholder Carrier"/>
          <p:cNvSpPr txBox="1"/>
          <p:nvPr>
            <p:ph type="body" idx="33"/>
          </p:nvPr>
        </p:nvSpPr>
        <p:spPr>
          <a:xfrm>
            <a:off x="8377238" y="13169900"/>
            <a:ext cx="200100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MON 02 NOV / OWNER LETTERS</a:t>
            </a:r>
          </a:p>
        </p:txBody>
      </p:sp>
      <p:sp>
        <p:nvSpPr>
          <p:cNvPr id="46" name="br-recommendation-p34 Placeholder Carrier"/>
          <p:cNvSpPr txBox="1"/>
          <p:nvPr>
            <p:ph type="body" idx="34"/>
          </p:nvPr>
        </p:nvSpPr>
        <p:spPr>
          <a:xfrm>
            <a:off x="8377238" y="13665200"/>
            <a:ext cx="18352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FRI 27 NOV / GATE 1 REVIEW</a:t>
            </a:r>
          </a:p>
        </p:txBody>
      </p:sp>
      <p:sp>
        <p:nvSpPr>
          <p:cNvPr id="47" name="Line 47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8" name="br-recommendation-p35 Placeholder Carrier"/>
          <p:cNvSpPr txBox="1"/>
          <p:nvPr>
            <p:ph type="body" idx="35"/>
          </p:nvPr>
        </p:nvSpPr>
        <p:spPr>
          <a:xfrm>
            <a:off x="852488" y="15824200"/>
            <a:ext cx="497473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RECOMMENDATION · FIGURES ARE DEMONSTRATION DATA</a:t>
            </a:r>
          </a:p>
        </p:txBody>
      </p:sp>
      <p:sp>
        <p:nvSpPr>
          <p:cNvPr id="49" name="br-recommendation-p36 Placeholder Carrier"/>
          <p:cNvSpPr txBox="1"/>
          <p:nvPr>
            <p:ph type="body" idx="36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50" name="br-recommendation-p37 Placeholder Carrier"/>
          <p:cNvSpPr txBox="1"/>
          <p:nvPr>
            <p:ph type="sldNum" idx="37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r-scoreboard-d2"/>
          <p:cNvSpPr/>
          <p:nvPr/>
        </p:nvSpPr>
        <p:spPr>
          <a:xfrm>
            <a:off x="857250" y="742950"/>
            <a:ext cx="114300" cy="1143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5" name="br-scoreboard-p1 Placeholder Carrier"/>
          <p:cNvSpPr txBox="1"/>
          <p:nvPr>
            <p:ph type="body" idx="1"/>
          </p:nvPr>
        </p:nvSpPr>
        <p:spPr>
          <a:xfrm>
            <a:off x="1099566" y="730250"/>
            <a:ext cx="32826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050" b="1" spc="18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THE SCOREBOARD / SIX NUMBERS</a:t>
            </a:r>
          </a:p>
        </p:txBody>
      </p:sp>
      <p:sp>
        <p:nvSpPr>
          <p:cNvPr id="6" name="br-scoreboard-p2 Placeholder Carrier"/>
          <p:cNvSpPr txBox="1"/>
          <p:nvPr>
            <p:ph type="sldNum" idx="2"/>
          </p:nvPr>
        </p:nvSpPr>
        <p:spPr>
          <a:xfrm>
            <a:off x="9178543" y="742950"/>
            <a:ext cx="177996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spc="105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STRATEGY REVIEW / 14</a:t>
            </a:r>
          </a:p>
        </p:txBody>
      </p:sp>
      <p:sp>
        <p:nvSpPr>
          <p:cNvPr id="7" name="Line 7"/>
          <p:cNvSpPr/>
          <p:nvPr/>
        </p:nvSpPr>
        <p:spPr>
          <a:xfrm>
            <a:off x="857250" y="1028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8" name="br-scoreboard-p3 Placeholder Carrier"/>
          <p:cNvSpPr txBox="1"/>
          <p:nvPr>
            <p:ph type="body" idx="3"/>
          </p:nvPr>
        </p:nvSpPr>
        <p:spPr>
          <a:xfrm>
            <a:off x="852297" y="1301750"/>
            <a:ext cx="847946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16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THE TEST</a:t>
            </a:r>
          </a:p>
        </p:txBody>
      </p:sp>
      <p:sp>
        <p:nvSpPr>
          <p:cNvPr id="9" name="br-scoreboard-p4 Placeholder Carrier"/>
          <p:cNvSpPr txBox="1"/>
          <p:nvPr>
            <p:ph type="title" idx="4"/>
          </p:nvPr>
        </p:nvSpPr>
        <p:spPr>
          <a:xfrm>
            <a:off x="838200" y="1553464"/>
            <a:ext cx="8515976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" sz="3900" b="1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Six numbers the board will watch.</a:t>
            </a:r>
          </a:p>
        </p:txBody>
      </p:sp>
      <p:sp>
        <p:nvSpPr>
          <p:cNvPr id="10" name="br-scoreboard-p5 Placeholder Carrier"/>
          <p:cNvSpPr txBox="1"/>
          <p:nvPr>
            <p:ph type="body" idx="5"/>
          </p:nvPr>
        </p:nvSpPr>
        <p:spPr>
          <a:xfrm>
            <a:off x="848487" y="2701036"/>
            <a:ext cx="5622019" cy="63312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329"/>
              </a:lnSpc>
              <a:buNone/>
            </a:pP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Baseline, ninety-day checkpoint and twelve-month target.</a:t>
            </a:r>
            <a:b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</a:br>
            <a:r>
              <a:rPr lang="en" sz="1720" dirty="0">
                <a:solidFill>
                  <a:srgbClr val="5F6E79"/>
                </a:solidFill>
                <a:latin typeface="+mj-lt"/>
                <a:ea typeface="+mj-ea"/>
                <a:cs typeface="+mj-cs"/>
              </a:rPr>
              <a:t>One owner per number; no number without a review date.</a:t>
            </a:r>
          </a:p>
        </p:txBody>
      </p:sp>
      <p:sp>
        <p:nvSpPr>
          <p:cNvPr id="11" name="Line 11"/>
          <p:cNvSpPr/>
          <p:nvPr/>
        </p:nvSpPr>
        <p:spPr>
          <a:xfrm>
            <a:off x="857250" y="37147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2" name="br-scoreboard-p6 Placeholder Carrier"/>
          <p:cNvSpPr txBox="1"/>
          <p:nvPr>
            <p:ph type="body" idx="6"/>
          </p:nvPr>
        </p:nvSpPr>
        <p:spPr>
          <a:xfrm>
            <a:off x="852488" y="3892550"/>
            <a:ext cx="52747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MARGIN</a:t>
            </a:r>
          </a:p>
        </p:txBody>
      </p:sp>
      <p:sp>
        <p:nvSpPr>
          <p:cNvPr id="13" name="br-scoreboard-p7 Placeholder Carrier"/>
          <p:cNvSpPr txBox="1"/>
          <p:nvPr>
            <p:ph type="body" idx="7"/>
          </p:nvPr>
        </p:nvSpPr>
        <p:spPr>
          <a:xfrm>
            <a:off x="5262340" y="3892550"/>
            <a:ext cx="362172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01 / 06</a:t>
            </a:r>
          </a:p>
        </p:txBody>
      </p:sp>
      <p:sp>
        <p:nvSpPr>
          <p:cNvPr id="14" name="br-scoreboard-p8 Placeholder Carrier"/>
          <p:cNvSpPr txBox="1"/>
          <p:nvPr>
            <p:ph type="body" idx="8"/>
          </p:nvPr>
        </p:nvSpPr>
        <p:spPr>
          <a:xfrm>
            <a:off x="838962" y="4260850"/>
            <a:ext cx="1583829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18.6%</a:t>
            </a:r>
          </a:p>
        </p:txBody>
      </p:sp>
      <p:sp>
        <p:nvSpPr>
          <p:cNvPr id="15" name="br-scoreboard-p9 Placeholder Carrier"/>
          <p:cNvSpPr txBox="1"/>
          <p:nvPr>
            <p:ph type="body" idx="9"/>
          </p:nvPr>
        </p:nvSpPr>
        <p:spPr>
          <a:xfrm>
            <a:off x="852488" y="4864100"/>
            <a:ext cx="989596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BASELINE / FY24</a:t>
            </a:r>
          </a:p>
        </p:txBody>
      </p:sp>
      <p:sp>
        <p:nvSpPr>
          <p:cNvPr id="16" name="Line 16"/>
          <p:cNvSpPr/>
          <p:nvPr/>
        </p:nvSpPr>
        <p:spPr>
          <a:xfrm>
            <a:off x="3429000" y="44577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5F6E79"/>
            </a:solidFill>
          </a:ln>
        </p:spPr>
      </p:sp>
      <p:sp>
        <p:nvSpPr>
          <p:cNvPr id="17" name="Line 17"/>
          <p:cNvSpPr/>
          <p:nvPr/>
        </p:nvSpPr>
        <p:spPr>
          <a:xfrm>
            <a:off x="5429250" y="44481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18" name="Line 18"/>
          <p:cNvSpPr/>
          <p:nvPr/>
        </p:nvSpPr>
        <p:spPr>
          <a:xfrm>
            <a:off x="3429000" y="4514850"/>
            <a:ext cx="380047" cy="9525"/>
          </a:xfrm>
          <a:custGeom>
            <a:avLst/>
            <a:gdLst/>
            <a:ahLst/>
            <a:cxnLst/>
            <a:rect l="l" t="t" r="r" b="b"/>
            <a:pathLst>
              <a:path w="380047" h="9525">
                <a:moveTo>
                  <a:pt x="0" y="0"/>
                </a:moveTo>
                <a:lnTo>
                  <a:pt x="380047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19" name="Line 19"/>
          <p:cNvSpPr/>
          <p:nvPr/>
        </p:nvSpPr>
        <p:spPr>
          <a:xfrm>
            <a:off x="3809048" y="4514850"/>
            <a:ext cx="1620203" cy="9525"/>
          </a:xfrm>
          <a:custGeom>
            <a:avLst/>
            <a:gdLst/>
            <a:ahLst/>
            <a:cxnLst/>
            <a:rect l="l" t="t" r="r" b="b"/>
            <a:pathLst>
              <a:path w="1620203" h="9525">
                <a:moveTo>
                  <a:pt x="0" y="0"/>
                </a:moveTo>
                <a:lnTo>
                  <a:pt x="1620203" y="0"/>
                </a:lnTo>
              </a:path>
            </a:pathLst>
          </a:custGeom>
          <a:noFill/>
          <a:ln w="9525">
            <a:solidFill>
              <a:srgbClr val="8FA3B0"/>
            </a:solidFill>
          </a:ln>
        </p:spPr>
      </p:sp>
      <p:sp>
        <p:nvSpPr>
          <p:cNvPr id="20" name="br-scoreboard-d9"/>
          <p:cNvSpPr/>
          <p:nvPr/>
        </p:nvSpPr>
        <p:spPr>
          <a:xfrm>
            <a:off x="3390900" y="4476750"/>
            <a:ext cx="76200" cy="76200"/>
          </a:xfrm>
          <a:prstGeom prst="ellipse">
            <a:avLst/>
          </a:prstGeom>
          <a:solidFill>
            <a:srgbClr val="F7F5F0"/>
          </a:solidFill>
          <a:ln w="9525">
            <a:solidFill>
              <a:srgbClr val="5F6E79"/>
            </a:solidFill>
          </a:ln>
        </p:spPr>
      </p:sp>
      <p:sp>
        <p:nvSpPr>
          <p:cNvPr id="21" name="br-scoreboard-d10"/>
          <p:cNvSpPr/>
          <p:nvPr/>
        </p:nvSpPr>
        <p:spPr>
          <a:xfrm>
            <a:off x="3766185" y="4471988"/>
            <a:ext cx="85725" cy="85725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22" name="br-scoreboard-p10 Placeholder Carrier"/>
          <p:cNvSpPr txBox="1"/>
          <p:nvPr>
            <p:ph type="body" idx="10"/>
          </p:nvPr>
        </p:nvSpPr>
        <p:spPr>
          <a:xfrm>
            <a:off x="3389823" y="4273550"/>
            <a:ext cx="83845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90-DAY 19.4%</a:t>
            </a:r>
          </a:p>
        </p:txBody>
      </p:sp>
      <p:sp>
        <p:nvSpPr>
          <p:cNvPr id="23" name="br-scoreboard-p11 Placeholder Carrier"/>
          <p:cNvSpPr txBox="1"/>
          <p:nvPr>
            <p:ph type="body" idx="11"/>
          </p:nvPr>
        </p:nvSpPr>
        <p:spPr>
          <a:xfrm>
            <a:off x="4176011" y="4826000"/>
            <a:ext cx="1258001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TARGET 22.8% / 12M</a:t>
            </a:r>
          </a:p>
        </p:txBody>
      </p:sp>
      <p:sp>
        <p:nvSpPr>
          <p:cNvPr id="24" name="Line 24"/>
          <p:cNvSpPr/>
          <p:nvPr/>
        </p:nvSpPr>
        <p:spPr>
          <a:xfrm>
            <a:off x="857250" y="53911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5" name="br-scoreboard-p12 Placeholder Carrier"/>
          <p:cNvSpPr txBox="1"/>
          <p:nvPr>
            <p:ph type="body" idx="12"/>
          </p:nvPr>
        </p:nvSpPr>
        <p:spPr>
          <a:xfrm>
            <a:off x="852488" y="5568950"/>
            <a:ext cx="1479859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OWNER / CFO / MONTHLY</a:t>
            </a:r>
          </a:p>
        </p:txBody>
      </p:sp>
      <p:sp>
        <p:nvSpPr>
          <p:cNvPr id="26" name="Line 26"/>
          <p:cNvSpPr/>
          <p:nvPr/>
        </p:nvSpPr>
        <p:spPr>
          <a:xfrm>
            <a:off x="6191250" y="37147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27" name="br-scoreboard-p13 Placeholder Carrier"/>
          <p:cNvSpPr txBox="1"/>
          <p:nvPr>
            <p:ph type="body" idx="13"/>
          </p:nvPr>
        </p:nvSpPr>
        <p:spPr>
          <a:xfrm>
            <a:off x="6186488" y="3892550"/>
            <a:ext cx="103885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LAUNCH CYCLE</a:t>
            </a:r>
          </a:p>
        </p:txBody>
      </p:sp>
      <p:sp>
        <p:nvSpPr>
          <p:cNvPr id="28" name="br-scoreboard-p14 Placeholder Carrier"/>
          <p:cNvSpPr txBox="1"/>
          <p:nvPr>
            <p:ph type="body" idx="14"/>
          </p:nvPr>
        </p:nvSpPr>
        <p:spPr>
          <a:xfrm>
            <a:off x="10596340" y="3892550"/>
            <a:ext cx="362172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02 / 06</a:t>
            </a:r>
          </a:p>
        </p:txBody>
      </p:sp>
      <p:sp>
        <p:nvSpPr>
          <p:cNvPr id="29" name="br-scoreboard-p15 Placeholder Carrier"/>
          <p:cNvSpPr txBox="1"/>
          <p:nvPr>
            <p:ph type="body" idx="15"/>
          </p:nvPr>
        </p:nvSpPr>
        <p:spPr>
          <a:xfrm>
            <a:off x="6172962" y="4260850"/>
            <a:ext cx="200208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23 days</a:t>
            </a:r>
          </a:p>
        </p:txBody>
      </p:sp>
      <p:sp>
        <p:nvSpPr>
          <p:cNvPr id="30" name="br-scoreboard-p16 Placeholder Carrier"/>
          <p:cNvSpPr txBox="1"/>
          <p:nvPr>
            <p:ph type="body" idx="16"/>
          </p:nvPr>
        </p:nvSpPr>
        <p:spPr>
          <a:xfrm>
            <a:off x="6186488" y="4864100"/>
            <a:ext cx="989596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BASELINE / FY24</a:t>
            </a:r>
          </a:p>
        </p:txBody>
      </p:sp>
      <p:sp>
        <p:nvSpPr>
          <p:cNvPr id="31" name="Line 31"/>
          <p:cNvSpPr/>
          <p:nvPr/>
        </p:nvSpPr>
        <p:spPr>
          <a:xfrm>
            <a:off x="8763000" y="44577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5F6E79"/>
            </a:solidFill>
          </a:ln>
        </p:spPr>
      </p:sp>
      <p:sp>
        <p:nvSpPr>
          <p:cNvPr id="32" name="Line 32"/>
          <p:cNvSpPr/>
          <p:nvPr/>
        </p:nvSpPr>
        <p:spPr>
          <a:xfrm>
            <a:off x="10763250" y="44481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33" name="Line 33"/>
          <p:cNvSpPr/>
          <p:nvPr/>
        </p:nvSpPr>
        <p:spPr>
          <a:xfrm>
            <a:off x="8763000" y="451485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34" name="Line 34"/>
          <p:cNvSpPr/>
          <p:nvPr/>
        </p:nvSpPr>
        <p:spPr>
          <a:xfrm>
            <a:off x="9763125" y="451485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9525">
            <a:solidFill>
              <a:srgbClr val="8FA3B0"/>
            </a:solidFill>
          </a:ln>
        </p:spPr>
      </p:sp>
      <p:sp>
        <p:nvSpPr>
          <p:cNvPr id="35" name="br-scoreboard-d17"/>
          <p:cNvSpPr/>
          <p:nvPr/>
        </p:nvSpPr>
        <p:spPr>
          <a:xfrm>
            <a:off x="8724900" y="4476750"/>
            <a:ext cx="76200" cy="76200"/>
          </a:xfrm>
          <a:prstGeom prst="ellipse">
            <a:avLst/>
          </a:prstGeom>
          <a:solidFill>
            <a:srgbClr val="F7F5F0"/>
          </a:solidFill>
          <a:ln w="9525">
            <a:solidFill>
              <a:srgbClr val="5F6E79"/>
            </a:solidFill>
          </a:ln>
        </p:spPr>
      </p:sp>
      <p:sp>
        <p:nvSpPr>
          <p:cNvPr id="36" name="br-scoreboard-d18"/>
          <p:cNvSpPr/>
          <p:nvPr/>
        </p:nvSpPr>
        <p:spPr>
          <a:xfrm>
            <a:off x="9720262" y="4471988"/>
            <a:ext cx="85725" cy="85725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37" name="br-scoreboard-p17 Placeholder Carrier"/>
          <p:cNvSpPr txBox="1"/>
          <p:nvPr>
            <p:ph type="body" idx="17"/>
          </p:nvPr>
        </p:nvSpPr>
        <p:spPr>
          <a:xfrm>
            <a:off x="9303122" y="4273550"/>
            <a:ext cx="920005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90-DAY 16 days</a:t>
            </a:r>
          </a:p>
        </p:txBody>
      </p:sp>
      <p:sp>
        <p:nvSpPr>
          <p:cNvPr id="38" name="br-scoreboard-p18 Placeholder Carrier"/>
          <p:cNvSpPr txBox="1"/>
          <p:nvPr>
            <p:ph type="body" idx="18"/>
          </p:nvPr>
        </p:nvSpPr>
        <p:spPr>
          <a:xfrm>
            <a:off x="9494814" y="4826000"/>
            <a:ext cx="127319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TARGET 9 days / 12M</a:t>
            </a:r>
          </a:p>
        </p:txBody>
      </p:sp>
      <p:sp>
        <p:nvSpPr>
          <p:cNvPr id="39" name="Line 39"/>
          <p:cNvSpPr/>
          <p:nvPr/>
        </p:nvSpPr>
        <p:spPr>
          <a:xfrm>
            <a:off x="6191250" y="53911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0" name="br-scoreboard-p19 Placeholder Carrier"/>
          <p:cNvSpPr txBox="1"/>
          <p:nvPr>
            <p:ph type="body" idx="19"/>
          </p:nvPr>
        </p:nvSpPr>
        <p:spPr>
          <a:xfrm>
            <a:off x="6186488" y="5568950"/>
            <a:ext cx="1496012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OWNER / COO / MONTHLY</a:t>
            </a:r>
          </a:p>
        </p:txBody>
      </p:sp>
      <p:sp>
        <p:nvSpPr>
          <p:cNvPr id="41" name="Line 41"/>
          <p:cNvSpPr/>
          <p:nvPr/>
        </p:nvSpPr>
        <p:spPr>
          <a:xfrm>
            <a:off x="857250" y="62865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42" name="br-scoreboard-p20 Placeholder Carrier"/>
          <p:cNvSpPr txBox="1"/>
          <p:nvPr>
            <p:ph type="body" idx="20"/>
          </p:nvPr>
        </p:nvSpPr>
        <p:spPr>
          <a:xfrm>
            <a:off x="852488" y="6464300"/>
            <a:ext cx="114423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DECISION GATES</a:t>
            </a:r>
          </a:p>
        </p:txBody>
      </p:sp>
      <p:sp>
        <p:nvSpPr>
          <p:cNvPr id="43" name="br-scoreboard-p21 Placeholder Carrier"/>
          <p:cNvSpPr txBox="1"/>
          <p:nvPr>
            <p:ph type="body" idx="21"/>
          </p:nvPr>
        </p:nvSpPr>
        <p:spPr>
          <a:xfrm>
            <a:off x="5262340" y="6464300"/>
            <a:ext cx="362172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03 / 06</a:t>
            </a:r>
          </a:p>
        </p:txBody>
      </p:sp>
      <p:sp>
        <p:nvSpPr>
          <p:cNvPr id="44" name="br-scoreboard-p22 Placeholder Carrier"/>
          <p:cNvSpPr txBox="1"/>
          <p:nvPr>
            <p:ph type="body" idx="22"/>
          </p:nvPr>
        </p:nvSpPr>
        <p:spPr>
          <a:xfrm>
            <a:off x="838962" y="6832600"/>
            <a:ext cx="619919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14</a:t>
            </a:r>
          </a:p>
        </p:txBody>
      </p:sp>
      <p:sp>
        <p:nvSpPr>
          <p:cNvPr id="45" name="br-scoreboard-p23 Placeholder Carrier"/>
          <p:cNvSpPr txBox="1"/>
          <p:nvPr>
            <p:ph type="body" idx="23"/>
          </p:nvPr>
        </p:nvSpPr>
        <p:spPr>
          <a:xfrm>
            <a:off x="852488" y="7435850"/>
            <a:ext cx="989596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BASELINE / FY24</a:t>
            </a:r>
          </a:p>
        </p:txBody>
      </p:sp>
      <p:sp>
        <p:nvSpPr>
          <p:cNvPr id="46" name="Line 46"/>
          <p:cNvSpPr/>
          <p:nvPr/>
        </p:nvSpPr>
        <p:spPr>
          <a:xfrm>
            <a:off x="3429000" y="702945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5F6E79"/>
            </a:solidFill>
          </a:ln>
        </p:spPr>
      </p:sp>
      <p:sp>
        <p:nvSpPr>
          <p:cNvPr id="47" name="Line 47"/>
          <p:cNvSpPr/>
          <p:nvPr/>
        </p:nvSpPr>
        <p:spPr>
          <a:xfrm>
            <a:off x="5429250" y="701992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48" name="Line 48"/>
          <p:cNvSpPr/>
          <p:nvPr/>
        </p:nvSpPr>
        <p:spPr>
          <a:xfrm>
            <a:off x="3429000" y="7086600"/>
            <a:ext cx="1200150" cy="9525"/>
          </a:xfrm>
          <a:custGeom>
            <a:avLst/>
            <a:gdLst/>
            <a:ahLst/>
            <a:cxnLst/>
            <a:rect l="l" t="t" r="r" b="b"/>
            <a:pathLst>
              <a:path w="1200150" h="9525">
                <a:moveTo>
                  <a:pt x="0" y="0"/>
                </a:moveTo>
                <a:lnTo>
                  <a:pt x="120015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49" name="Line 49"/>
          <p:cNvSpPr/>
          <p:nvPr/>
        </p:nvSpPr>
        <p:spPr>
          <a:xfrm>
            <a:off x="4629150" y="7086600"/>
            <a:ext cx="800100" cy="9525"/>
          </a:xfrm>
          <a:custGeom>
            <a:avLst/>
            <a:gdLst/>
            <a:ahLst/>
            <a:cxnLst/>
            <a:rect l="l" t="t" r="r" b="b"/>
            <a:pathLst>
              <a:path w="800100" h="952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9525">
            <a:solidFill>
              <a:srgbClr val="8FA3B0"/>
            </a:solidFill>
          </a:ln>
        </p:spPr>
      </p:sp>
      <p:sp>
        <p:nvSpPr>
          <p:cNvPr id="50" name="br-scoreboard-d25"/>
          <p:cNvSpPr/>
          <p:nvPr/>
        </p:nvSpPr>
        <p:spPr>
          <a:xfrm>
            <a:off x="3390900" y="7048500"/>
            <a:ext cx="76200" cy="76200"/>
          </a:xfrm>
          <a:prstGeom prst="ellipse">
            <a:avLst/>
          </a:prstGeom>
          <a:solidFill>
            <a:srgbClr val="F7F5F0"/>
          </a:solidFill>
          <a:ln w="9525">
            <a:solidFill>
              <a:srgbClr val="5F6E79"/>
            </a:solidFill>
          </a:ln>
        </p:spPr>
      </p:sp>
      <p:sp>
        <p:nvSpPr>
          <p:cNvPr id="51" name="br-scoreboard-d26"/>
          <p:cNvSpPr/>
          <p:nvPr/>
        </p:nvSpPr>
        <p:spPr>
          <a:xfrm>
            <a:off x="4586288" y="7043738"/>
            <a:ext cx="85725" cy="85725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52" name="br-scoreboard-p24 Placeholder Carrier"/>
          <p:cNvSpPr txBox="1"/>
          <p:nvPr>
            <p:ph type="body" idx="24"/>
          </p:nvPr>
        </p:nvSpPr>
        <p:spPr>
          <a:xfrm>
            <a:off x="4352844" y="6845300"/>
            <a:ext cx="55261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90-DAY 8</a:t>
            </a:r>
          </a:p>
        </p:txBody>
      </p:sp>
      <p:sp>
        <p:nvSpPr>
          <p:cNvPr id="53" name="br-scoreboard-p25 Placeholder Carrier"/>
          <p:cNvSpPr txBox="1"/>
          <p:nvPr>
            <p:ph type="body" idx="25"/>
          </p:nvPr>
        </p:nvSpPr>
        <p:spPr>
          <a:xfrm>
            <a:off x="4461850" y="7397750"/>
            <a:ext cx="97216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TARGET 4 / 12M</a:t>
            </a:r>
          </a:p>
        </p:txBody>
      </p:sp>
      <p:sp>
        <p:nvSpPr>
          <p:cNvPr id="54" name="Line 54"/>
          <p:cNvSpPr/>
          <p:nvPr/>
        </p:nvSpPr>
        <p:spPr>
          <a:xfrm>
            <a:off x="857250" y="79629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55" name="br-scoreboard-p26 Placeholder Carrier"/>
          <p:cNvSpPr txBox="1"/>
          <p:nvPr>
            <p:ph type="body" idx="26"/>
          </p:nvPr>
        </p:nvSpPr>
        <p:spPr>
          <a:xfrm>
            <a:off x="852488" y="8140700"/>
            <a:ext cx="1496012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OWNER / COO / MONTHLY</a:t>
            </a:r>
          </a:p>
        </p:txBody>
      </p:sp>
      <p:sp>
        <p:nvSpPr>
          <p:cNvPr id="56" name="Line 56"/>
          <p:cNvSpPr/>
          <p:nvPr/>
        </p:nvSpPr>
        <p:spPr>
          <a:xfrm>
            <a:off x="6191250" y="62865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57" name="br-scoreboard-p27 Placeholder Carrier"/>
          <p:cNvSpPr txBox="1"/>
          <p:nvPr>
            <p:ph type="body" idx="27"/>
          </p:nvPr>
        </p:nvSpPr>
        <p:spPr>
          <a:xfrm>
            <a:off x="6186488" y="6464300"/>
            <a:ext cx="127906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ON-TIME DELIVERY</a:t>
            </a:r>
          </a:p>
        </p:txBody>
      </p:sp>
      <p:sp>
        <p:nvSpPr>
          <p:cNvPr id="58" name="br-scoreboard-p28 Placeholder Carrier"/>
          <p:cNvSpPr txBox="1"/>
          <p:nvPr>
            <p:ph type="body" idx="28"/>
          </p:nvPr>
        </p:nvSpPr>
        <p:spPr>
          <a:xfrm>
            <a:off x="10596340" y="6464300"/>
            <a:ext cx="362172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04 / 06</a:t>
            </a:r>
          </a:p>
        </p:txBody>
      </p:sp>
      <p:sp>
        <p:nvSpPr>
          <p:cNvPr id="59" name="br-scoreboard-p29 Placeholder Carrier"/>
          <p:cNvSpPr txBox="1"/>
          <p:nvPr>
            <p:ph type="body" idx="29"/>
          </p:nvPr>
        </p:nvSpPr>
        <p:spPr>
          <a:xfrm>
            <a:off x="6172962" y="6832600"/>
            <a:ext cx="111698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78%</a:t>
            </a:r>
          </a:p>
        </p:txBody>
      </p:sp>
      <p:sp>
        <p:nvSpPr>
          <p:cNvPr id="60" name="br-scoreboard-p30 Placeholder Carrier"/>
          <p:cNvSpPr txBox="1"/>
          <p:nvPr>
            <p:ph type="body" idx="30"/>
          </p:nvPr>
        </p:nvSpPr>
        <p:spPr>
          <a:xfrm>
            <a:off x="6186488" y="7435850"/>
            <a:ext cx="989596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BASELINE / FY24</a:t>
            </a:r>
          </a:p>
        </p:txBody>
      </p:sp>
      <p:sp>
        <p:nvSpPr>
          <p:cNvPr id="61" name="Line 61"/>
          <p:cNvSpPr/>
          <p:nvPr/>
        </p:nvSpPr>
        <p:spPr>
          <a:xfrm>
            <a:off x="8763000" y="702945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5F6E79"/>
            </a:solidFill>
          </a:ln>
        </p:spPr>
      </p:sp>
      <p:sp>
        <p:nvSpPr>
          <p:cNvPr id="62" name="Line 62"/>
          <p:cNvSpPr/>
          <p:nvPr/>
        </p:nvSpPr>
        <p:spPr>
          <a:xfrm>
            <a:off x="10763250" y="701992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63" name="Line 63"/>
          <p:cNvSpPr/>
          <p:nvPr/>
        </p:nvSpPr>
        <p:spPr>
          <a:xfrm>
            <a:off x="8763000" y="7086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64" name="Line 64"/>
          <p:cNvSpPr/>
          <p:nvPr/>
        </p:nvSpPr>
        <p:spPr>
          <a:xfrm>
            <a:off x="9763125" y="708660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9525">
            <a:solidFill>
              <a:srgbClr val="8FA3B0"/>
            </a:solidFill>
          </a:ln>
        </p:spPr>
      </p:sp>
      <p:sp>
        <p:nvSpPr>
          <p:cNvPr id="65" name="br-scoreboard-d33"/>
          <p:cNvSpPr/>
          <p:nvPr/>
        </p:nvSpPr>
        <p:spPr>
          <a:xfrm>
            <a:off x="8724900" y="7048500"/>
            <a:ext cx="76200" cy="76200"/>
          </a:xfrm>
          <a:prstGeom prst="ellipse">
            <a:avLst/>
          </a:prstGeom>
          <a:solidFill>
            <a:srgbClr val="F7F5F0"/>
          </a:solidFill>
          <a:ln w="9525">
            <a:solidFill>
              <a:srgbClr val="5F6E79"/>
            </a:solidFill>
          </a:ln>
        </p:spPr>
      </p:sp>
      <p:sp>
        <p:nvSpPr>
          <p:cNvPr id="66" name="br-scoreboard-d34"/>
          <p:cNvSpPr/>
          <p:nvPr/>
        </p:nvSpPr>
        <p:spPr>
          <a:xfrm>
            <a:off x="9720262" y="7043738"/>
            <a:ext cx="85725" cy="85725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67" name="br-scoreboard-p31 Placeholder Carrier"/>
          <p:cNvSpPr txBox="1"/>
          <p:nvPr>
            <p:ph type="body" idx="31"/>
          </p:nvPr>
        </p:nvSpPr>
        <p:spPr>
          <a:xfrm>
            <a:off x="9399054" y="6845300"/>
            <a:ext cx="72814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90-DAY 86%</a:t>
            </a:r>
          </a:p>
        </p:txBody>
      </p:sp>
      <p:sp>
        <p:nvSpPr>
          <p:cNvPr id="68" name="br-scoreboard-p32 Placeholder Carrier"/>
          <p:cNvSpPr txBox="1"/>
          <p:nvPr>
            <p:ph type="body" idx="32"/>
          </p:nvPr>
        </p:nvSpPr>
        <p:spPr>
          <a:xfrm>
            <a:off x="9620319" y="7397750"/>
            <a:ext cx="11476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TARGET 94% / 12M</a:t>
            </a:r>
          </a:p>
        </p:txBody>
      </p:sp>
      <p:sp>
        <p:nvSpPr>
          <p:cNvPr id="69" name="Line 69"/>
          <p:cNvSpPr/>
          <p:nvPr/>
        </p:nvSpPr>
        <p:spPr>
          <a:xfrm>
            <a:off x="6191250" y="79629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70" name="br-scoreboard-p33 Placeholder Carrier"/>
          <p:cNvSpPr txBox="1"/>
          <p:nvPr>
            <p:ph type="body" idx="33"/>
          </p:nvPr>
        </p:nvSpPr>
        <p:spPr>
          <a:xfrm>
            <a:off x="6186488" y="8140700"/>
            <a:ext cx="1834094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OWNER / BU LEADS / MONTHLY</a:t>
            </a:r>
          </a:p>
        </p:txBody>
      </p:sp>
      <p:sp>
        <p:nvSpPr>
          <p:cNvPr id="71" name="Line 71"/>
          <p:cNvSpPr/>
          <p:nvPr/>
        </p:nvSpPr>
        <p:spPr>
          <a:xfrm>
            <a:off x="857250" y="8858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72" name="br-scoreboard-p34 Placeholder Carrier"/>
          <p:cNvSpPr txBox="1"/>
          <p:nvPr>
            <p:ph type="body" idx="34"/>
          </p:nvPr>
        </p:nvSpPr>
        <p:spPr>
          <a:xfrm>
            <a:off x="852488" y="9036050"/>
            <a:ext cx="1214518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PORTFOLIO LINES</a:t>
            </a:r>
          </a:p>
        </p:txBody>
      </p:sp>
      <p:sp>
        <p:nvSpPr>
          <p:cNvPr id="73" name="br-scoreboard-p35 Placeholder Carrier"/>
          <p:cNvSpPr txBox="1"/>
          <p:nvPr>
            <p:ph type="body" idx="35"/>
          </p:nvPr>
        </p:nvSpPr>
        <p:spPr>
          <a:xfrm>
            <a:off x="5262340" y="9036050"/>
            <a:ext cx="362172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05 / 06</a:t>
            </a:r>
          </a:p>
        </p:txBody>
      </p:sp>
      <p:sp>
        <p:nvSpPr>
          <p:cNvPr id="74" name="br-scoreboard-p36 Placeholder Carrier"/>
          <p:cNvSpPr txBox="1"/>
          <p:nvPr>
            <p:ph type="body" idx="36"/>
          </p:nvPr>
        </p:nvSpPr>
        <p:spPr>
          <a:xfrm>
            <a:off x="838962" y="9404350"/>
            <a:ext cx="538194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11</a:t>
            </a:r>
          </a:p>
        </p:txBody>
      </p:sp>
      <p:sp>
        <p:nvSpPr>
          <p:cNvPr id="75" name="br-scoreboard-p37 Placeholder Carrier"/>
          <p:cNvSpPr txBox="1"/>
          <p:nvPr>
            <p:ph type="body" idx="37"/>
          </p:nvPr>
        </p:nvSpPr>
        <p:spPr>
          <a:xfrm>
            <a:off x="852488" y="10007600"/>
            <a:ext cx="989596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BASELINE / FY24</a:t>
            </a:r>
          </a:p>
        </p:txBody>
      </p:sp>
      <p:sp>
        <p:nvSpPr>
          <p:cNvPr id="76" name="Line 76"/>
          <p:cNvSpPr/>
          <p:nvPr/>
        </p:nvSpPr>
        <p:spPr>
          <a:xfrm>
            <a:off x="3429000" y="96012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5F6E79"/>
            </a:solidFill>
          </a:ln>
        </p:spPr>
      </p:sp>
      <p:sp>
        <p:nvSpPr>
          <p:cNvPr id="77" name="Line 77"/>
          <p:cNvSpPr/>
          <p:nvPr/>
        </p:nvSpPr>
        <p:spPr>
          <a:xfrm>
            <a:off x="5429250" y="95916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78" name="Line 78"/>
          <p:cNvSpPr/>
          <p:nvPr/>
        </p:nvSpPr>
        <p:spPr>
          <a:xfrm>
            <a:off x="3429000" y="965835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79" name="Line 79"/>
          <p:cNvSpPr/>
          <p:nvPr/>
        </p:nvSpPr>
        <p:spPr>
          <a:xfrm>
            <a:off x="4429125" y="9658350"/>
            <a:ext cx="1000125" cy="9525"/>
          </a:xfrm>
          <a:custGeom>
            <a:avLst/>
            <a:gdLst/>
            <a:ahLst/>
            <a:cxnLst/>
            <a:rect l="l" t="t" r="r" b="b"/>
            <a:pathLst>
              <a:path w="1000125" h="9525">
                <a:moveTo>
                  <a:pt x="0" y="0"/>
                </a:moveTo>
                <a:lnTo>
                  <a:pt x="1000125" y="0"/>
                </a:lnTo>
              </a:path>
            </a:pathLst>
          </a:custGeom>
          <a:noFill/>
          <a:ln w="9525">
            <a:solidFill>
              <a:srgbClr val="8FA3B0"/>
            </a:solidFill>
          </a:ln>
        </p:spPr>
      </p:sp>
      <p:sp>
        <p:nvSpPr>
          <p:cNvPr id="80" name="br-scoreboard-d41"/>
          <p:cNvSpPr/>
          <p:nvPr/>
        </p:nvSpPr>
        <p:spPr>
          <a:xfrm>
            <a:off x="3390900" y="9620250"/>
            <a:ext cx="76200" cy="76200"/>
          </a:xfrm>
          <a:prstGeom prst="ellipse">
            <a:avLst/>
          </a:prstGeom>
          <a:solidFill>
            <a:srgbClr val="F7F5F0"/>
          </a:solidFill>
          <a:ln w="9525">
            <a:solidFill>
              <a:srgbClr val="5F6E79"/>
            </a:solidFill>
          </a:ln>
        </p:spPr>
      </p:sp>
      <p:sp>
        <p:nvSpPr>
          <p:cNvPr id="81" name="br-scoreboard-d42"/>
          <p:cNvSpPr/>
          <p:nvPr/>
        </p:nvSpPr>
        <p:spPr>
          <a:xfrm>
            <a:off x="4386262" y="9615488"/>
            <a:ext cx="85725" cy="85725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82" name="br-scoreboard-p38 Placeholder Carrier"/>
          <p:cNvSpPr txBox="1"/>
          <p:nvPr>
            <p:ph type="body" idx="38"/>
          </p:nvPr>
        </p:nvSpPr>
        <p:spPr>
          <a:xfrm>
            <a:off x="4152819" y="9417050"/>
            <a:ext cx="55261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90-DAY 9</a:t>
            </a:r>
          </a:p>
        </p:txBody>
      </p:sp>
      <p:sp>
        <p:nvSpPr>
          <p:cNvPr id="83" name="br-scoreboard-p39 Placeholder Carrier"/>
          <p:cNvSpPr txBox="1"/>
          <p:nvPr>
            <p:ph type="body" idx="39"/>
          </p:nvPr>
        </p:nvSpPr>
        <p:spPr>
          <a:xfrm>
            <a:off x="4461850" y="9969500"/>
            <a:ext cx="97216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TARGET 7 / 12M</a:t>
            </a:r>
          </a:p>
        </p:txBody>
      </p:sp>
      <p:sp>
        <p:nvSpPr>
          <p:cNvPr id="84" name="Line 84"/>
          <p:cNvSpPr/>
          <p:nvPr/>
        </p:nvSpPr>
        <p:spPr>
          <a:xfrm>
            <a:off x="857250" y="105346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85" name="br-scoreboard-p40 Placeholder Carrier"/>
          <p:cNvSpPr txBox="1"/>
          <p:nvPr>
            <p:ph type="body" idx="40"/>
          </p:nvPr>
        </p:nvSpPr>
        <p:spPr>
          <a:xfrm>
            <a:off x="852488" y="10712450"/>
            <a:ext cx="1634549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OWNER / CEO / QUARTERLY</a:t>
            </a:r>
          </a:p>
        </p:txBody>
      </p:sp>
      <p:sp>
        <p:nvSpPr>
          <p:cNvPr id="86" name="Line 86"/>
          <p:cNvSpPr/>
          <p:nvPr/>
        </p:nvSpPr>
        <p:spPr>
          <a:xfrm>
            <a:off x="6191250" y="88582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87" name="br-scoreboard-p41 Placeholder Carrier"/>
          <p:cNvSpPr txBox="1"/>
          <p:nvPr>
            <p:ph type="body" idx="41"/>
          </p:nvPr>
        </p:nvSpPr>
        <p:spPr>
          <a:xfrm>
            <a:off x="6186488" y="9036050"/>
            <a:ext cx="9277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2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ENGAGEMENT</a:t>
            </a:r>
          </a:p>
        </p:txBody>
      </p:sp>
      <p:sp>
        <p:nvSpPr>
          <p:cNvPr id="88" name="br-scoreboard-p42 Placeholder Carrier"/>
          <p:cNvSpPr txBox="1"/>
          <p:nvPr>
            <p:ph type="body" idx="42"/>
          </p:nvPr>
        </p:nvSpPr>
        <p:spPr>
          <a:xfrm>
            <a:off x="10596340" y="9036050"/>
            <a:ext cx="362172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06 / 06</a:t>
            </a:r>
          </a:p>
        </p:txBody>
      </p:sp>
      <p:sp>
        <p:nvSpPr>
          <p:cNvPr id="89" name="br-scoreboard-p43 Placeholder Carrier"/>
          <p:cNvSpPr txBox="1"/>
          <p:nvPr>
            <p:ph type="body" idx="43"/>
          </p:nvPr>
        </p:nvSpPr>
        <p:spPr>
          <a:xfrm>
            <a:off x="6172962" y="9404350"/>
            <a:ext cx="10695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36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61%</a:t>
            </a:r>
          </a:p>
        </p:txBody>
      </p:sp>
      <p:sp>
        <p:nvSpPr>
          <p:cNvPr id="90" name="br-scoreboard-p44 Placeholder Carrier"/>
          <p:cNvSpPr txBox="1"/>
          <p:nvPr>
            <p:ph type="body" idx="44"/>
          </p:nvPr>
        </p:nvSpPr>
        <p:spPr>
          <a:xfrm>
            <a:off x="6186488" y="10007600"/>
            <a:ext cx="989596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BASELINE / FY24</a:t>
            </a:r>
          </a:p>
        </p:txBody>
      </p:sp>
      <p:sp>
        <p:nvSpPr>
          <p:cNvPr id="91" name="Line 91"/>
          <p:cNvSpPr/>
          <p:nvPr/>
        </p:nvSpPr>
        <p:spPr>
          <a:xfrm>
            <a:off x="8763000" y="96012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9525">
            <a:solidFill>
              <a:srgbClr val="5F6E79"/>
            </a:solidFill>
          </a:ln>
        </p:spPr>
      </p:sp>
      <p:sp>
        <p:nvSpPr>
          <p:cNvPr id="92" name="Line 92"/>
          <p:cNvSpPr/>
          <p:nvPr/>
        </p:nvSpPr>
        <p:spPr>
          <a:xfrm>
            <a:off x="10763250" y="9591675"/>
            <a:ext cx="9525" cy="133350"/>
          </a:xfrm>
          <a:custGeom>
            <a:avLst/>
            <a:gdLst/>
            <a:ahLst/>
            <a:cxnLst/>
            <a:rect l="l" t="t" r="r" b="b"/>
            <a:pathLst>
              <a:path w="9525" h="133350">
                <a:moveTo>
                  <a:pt x="0" y="0"/>
                </a:moveTo>
                <a:lnTo>
                  <a:pt x="0" y="13335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93" name="Line 93"/>
          <p:cNvSpPr/>
          <p:nvPr/>
        </p:nvSpPr>
        <p:spPr>
          <a:xfrm>
            <a:off x="8763000" y="9658350"/>
            <a:ext cx="760095" cy="9525"/>
          </a:xfrm>
          <a:custGeom>
            <a:avLst/>
            <a:gdLst/>
            <a:ahLst/>
            <a:cxnLst/>
            <a:rect l="l" t="t" r="r" b="b"/>
            <a:pathLst>
              <a:path w="760095" h="9525">
                <a:moveTo>
                  <a:pt x="0" y="0"/>
                </a:moveTo>
                <a:lnTo>
                  <a:pt x="760095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94" name="Line 94"/>
          <p:cNvSpPr/>
          <p:nvPr/>
        </p:nvSpPr>
        <p:spPr>
          <a:xfrm>
            <a:off x="9523095" y="9658350"/>
            <a:ext cx="1240155" cy="9525"/>
          </a:xfrm>
          <a:custGeom>
            <a:avLst/>
            <a:gdLst/>
            <a:ahLst/>
            <a:cxnLst/>
            <a:rect l="l" t="t" r="r" b="b"/>
            <a:pathLst>
              <a:path w="1240155" h="9525">
                <a:moveTo>
                  <a:pt x="0" y="0"/>
                </a:moveTo>
                <a:lnTo>
                  <a:pt x="1240155" y="0"/>
                </a:lnTo>
              </a:path>
            </a:pathLst>
          </a:custGeom>
          <a:noFill/>
          <a:ln w="9525">
            <a:solidFill>
              <a:srgbClr val="8FA3B0"/>
            </a:solidFill>
          </a:ln>
        </p:spPr>
      </p:sp>
      <p:sp>
        <p:nvSpPr>
          <p:cNvPr id="95" name="br-scoreboard-d49"/>
          <p:cNvSpPr/>
          <p:nvPr/>
        </p:nvSpPr>
        <p:spPr>
          <a:xfrm>
            <a:off x="8724900" y="9620250"/>
            <a:ext cx="76200" cy="76200"/>
          </a:xfrm>
          <a:prstGeom prst="ellipse">
            <a:avLst/>
          </a:prstGeom>
          <a:solidFill>
            <a:srgbClr val="F7F5F0"/>
          </a:solidFill>
          <a:ln w="9525">
            <a:solidFill>
              <a:srgbClr val="5F6E79"/>
            </a:solidFill>
          </a:ln>
        </p:spPr>
      </p:sp>
      <p:sp>
        <p:nvSpPr>
          <p:cNvPr id="96" name="br-scoreboard-d50"/>
          <p:cNvSpPr/>
          <p:nvPr/>
        </p:nvSpPr>
        <p:spPr>
          <a:xfrm>
            <a:off x="9480232" y="9615488"/>
            <a:ext cx="85725" cy="85725"/>
          </a:xfrm>
          <a:prstGeom prst="ellipse">
            <a:avLst/>
          </a:prstGeom>
          <a:solidFill>
            <a:srgbClr val="071C2C"/>
          </a:solidFill>
          <a:ln>
            <a:noFill/>
          </a:ln>
        </p:spPr>
      </p:sp>
      <p:sp>
        <p:nvSpPr>
          <p:cNvPr id="97" name="br-scoreboard-p45 Placeholder Carrier"/>
          <p:cNvSpPr txBox="1"/>
          <p:nvPr>
            <p:ph type="body" idx="45"/>
          </p:nvPr>
        </p:nvSpPr>
        <p:spPr>
          <a:xfrm>
            <a:off x="9159024" y="9417050"/>
            <a:ext cx="728143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" sz="750" b="1" spc="75" dirty="0">
                <a:solidFill>
                  <a:srgbClr val="12232F"/>
                </a:solidFill>
                <a:latin typeface="+mn-lt"/>
                <a:ea typeface="+mn-ea"/>
                <a:cs typeface="+mn-cs"/>
              </a:rPr>
              <a:t>90-DAY 66%</a:t>
            </a:r>
          </a:p>
        </p:txBody>
      </p:sp>
      <p:sp>
        <p:nvSpPr>
          <p:cNvPr id="98" name="br-scoreboard-p46 Placeholder Carrier"/>
          <p:cNvSpPr txBox="1"/>
          <p:nvPr>
            <p:ph type="body" idx="46"/>
          </p:nvPr>
        </p:nvSpPr>
        <p:spPr>
          <a:xfrm>
            <a:off x="9620319" y="9969500"/>
            <a:ext cx="11476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" sz="750" b="1" spc="7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TARGET 74% / 12M</a:t>
            </a:r>
          </a:p>
        </p:txBody>
      </p:sp>
      <p:sp>
        <p:nvSpPr>
          <p:cNvPr id="99" name="Line 99"/>
          <p:cNvSpPr/>
          <p:nvPr/>
        </p:nvSpPr>
        <p:spPr>
          <a:xfrm>
            <a:off x="6191250" y="1053465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00" name="br-scoreboard-p47 Placeholder Carrier"/>
          <p:cNvSpPr txBox="1"/>
          <p:nvPr>
            <p:ph type="body" idx="47"/>
          </p:nvPr>
        </p:nvSpPr>
        <p:spPr>
          <a:xfrm>
            <a:off x="6186488" y="10712450"/>
            <a:ext cx="1722543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OWNER / CHRO / QUARTERLY</a:t>
            </a:r>
          </a:p>
        </p:txBody>
      </p:sp>
      <p:sp>
        <p:nvSpPr>
          <p:cNvPr id="101" name="Line 101"/>
          <p:cNvSpPr/>
          <p:nvPr/>
        </p:nvSpPr>
        <p:spPr>
          <a:xfrm>
            <a:off x="857250" y="116205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19050">
            <a:solidFill>
              <a:srgbClr val="071C2C"/>
            </a:solidFill>
          </a:ln>
        </p:spPr>
      </p:sp>
      <p:sp>
        <p:nvSpPr>
          <p:cNvPr id="102" name="br-scoreboard-p48 Placeholder Carrier"/>
          <p:cNvSpPr txBox="1"/>
          <p:nvPr>
            <p:ph type="body" idx="48"/>
          </p:nvPr>
        </p:nvSpPr>
        <p:spPr>
          <a:xfrm>
            <a:off x="852488" y="11995150"/>
            <a:ext cx="213596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b="1" spc="150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READING THE SCOREBOARD</a:t>
            </a:r>
          </a:p>
        </p:txBody>
      </p:sp>
      <p:sp>
        <p:nvSpPr>
          <p:cNvPr id="103" name="br-scoreboard-p49 Placeholder Carrier"/>
          <p:cNvSpPr txBox="1"/>
          <p:nvPr>
            <p:ph type="body" idx="49"/>
          </p:nvPr>
        </p:nvSpPr>
        <p:spPr>
          <a:xfrm>
            <a:off x="843534" y="12350750"/>
            <a:ext cx="3381405" cy="9471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3300"/>
              </a:lnSpc>
              <a:buNone/>
            </a:pPr>
            <a:r>
              <a:rPr lang="en" sz="27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A number without</a:t>
            </a:r>
            <a:br>
              <a:rPr lang="en" sz="27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2700" b="1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an owner is a wish.</a:t>
            </a:r>
          </a:p>
        </p:txBody>
      </p:sp>
      <p:sp>
        <p:nvSpPr>
          <p:cNvPr id="104" name="br-scoreboard-p50 Placeholder Carrier"/>
          <p:cNvSpPr txBox="1"/>
          <p:nvPr>
            <p:ph type="body" idx="50"/>
          </p:nvPr>
        </p:nvSpPr>
        <p:spPr>
          <a:xfrm>
            <a:off x="852488" y="13455650"/>
            <a:ext cx="2475260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11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OPERATING PRINCIPLE / REVIEW NOTES</a:t>
            </a:r>
          </a:p>
        </p:txBody>
      </p:sp>
      <p:sp>
        <p:nvSpPr>
          <p:cNvPr id="105" name="Line 105"/>
          <p:cNvSpPr/>
          <p:nvPr/>
        </p:nvSpPr>
        <p:spPr>
          <a:xfrm>
            <a:off x="6191250" y="118872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06" name="br-scoreboard-p51 Placeholder Carrier"/>
          <p:cNvSpPr txBox="1"/>
          <p:nvPr>
            <p:ph type="body" idx="51"/>
          </p:nvPr>
        </p:nvSpPr>
        <p:spPr>
          <a:xfrm>
            <a:off x="6186488" y="12122150"/>
            <a:ext cx="123715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3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REVIEW CADENCE</a:t>
            </a:r>
          </a:p>
        </p:txBody>
      </p:sp>
      <p:sp>
        <p:nvSpPr>
          <p:cNvPr id="107" name="br-scoreboard-p52 Placeholder Carrier"/>
          <p:cNvSpPr txBox="1"/>
          <p:nvPr>
            <p:ph type="body" idx="52"/>
          </p:nvPr>
        </p:nvSpPr>
        <p:spPr>
          <a:xfrm>
            <a:off x="6185535" y="12260580"/>
            <a:ext cx="3047913" cy="4200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575"/>
              </a:lnSpc>
              <a:buNone/>
            </a:pPr>
            <a: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One page, one owner, monthly. No re-baselining</a:t>
            </a:r>
            <a:b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between gates.</a:t>
            </a:r>
          </a:p>
        </p:txBody>
      </p:sp>
      <p:sp>
        <p:nvSpPr>
          <p:cNvPr id="108" name="Line 108"/>
          <p:cNvSpPr/>
          <p:nvPr/>
        </p:nvSpPr>
        <p:spPr>
          <a:xfrm>
            <a:off x="6191250" y="127635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09" name="br-scoreboard-p53 Placeholder Carrier"/>
          <p:cNvSpPr txBox="1"/>
          <p:nvPr>
            <p:ph type="body" idx="53"/>
          </p:nvPr>
        </p:nvSpPr>
        <p:spPr>
          <a:xfrm>
            <a:off x="6186488" y="12998450"/>
            <a:ext cx="77952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35" dirty="0">
                <a:solidFill>
                  <a:srgbClr val="071C2C"/>
                </a:solidFill>
                <a:latin typeface="+mn-lt"/>
                <a:ea typeface="+mn-ea"/>
                <a:cs typeface="+mn-cs"/>
              </a:rPr>
              <a:t>GATE RULE</a:t>
            </a:r>
          </a:p>
        </p:txBody>
      </p:sp>
      <p:sp>
        <p:nvSpPr>
          <p:cNvPr id="110" name="br-scoreboard-p54 Placeholder Carrier"/>
          <p:cNvSpPr txBox="1"/>
          <p:nvPr>
            <p:ph type="body" idx="54"/>
          </p:nvPr>
        </p:nvSpPr>
        <p:spPr>
          <a:xfrm>
            <a:off x="6185535" y="13136880"/>
            <a:ext cx="2932883" cy="4200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575"/>
              </a:lnSpc>
              <a:buNone/>
            </a:pPr>
            <a: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Targets reset only at a gate, with a written case</a:t>
            </a:r>
            <a:b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and a date.</a:t>
            </a:r>
          </a:p>
        </p:txBody>
      </p:sp>
      <p:sp>
        <p:nvSpPr>
          <p:cNvPr id="111" name="Line 111"/>
          <p:cNvSpPr/>
          <p:nvPr/>
        </p:nvSpPr>
        <p:spPr>
          <a:xfrm>
            <a:off x="6191250" y="13639800"/>
            <a:ext cx="4762500" cy="9525"/>
          </a:xfrm>
          <a:custGeom>
            <a:avLst/>
            <a:gdLst/>
            <a:ahLst/>
            <a:cxnLst/>
            <a:rect l="l" t="t" r="r" b="b"/>
            <a:pathLst>
              <a:path w="4762500" h="9525">
                <a:moveTo>
                  <a:pt x="0" y="0"/>
                </a:moveTo>
                <a:lnTo>
                  <a:pt x="4762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12" name="br-scoreboard-p55 Placeholder Carrier"/>
          <p:cNvSpPr txBox="1"/>
          <p:nvPr>
            <p:ph type="body" idx="55"/>
          </p:nvPr>
        </p:nvSpPr>
        <p:spPr>
          <a:xfrm>
            <a:off x="6186488" y="13874750"/>
            <a:ext cx="87576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35" dirty="0">
                <a:solidFill>
                  <a:srgbClr val="E3120B"/>
                </a:solidFill>
                <a:latin typeface="+mn-lt"/>
                <a:ea typeface="+mn-ea"/>
                <a:cs typeface="+mn-cs"/>
              </a:rPr>
              <a:t>ESCALATION</a:t>
            </a:r>
          </a:p>
        </p:txBody>
      </p:sp>
      <p:sp>
        <p:nvSpPr>
          <p:cNvPr id="113" name="br-scoreboard-p56 Placeholder Carrier"/>
          <p:cNvSpPr txBox="1"/>
          <p:nvPr>
            <p:ph type="body" idx="56"/>
          </p:nvPr>
        </p:nvSpPr>
        <p:spPr>
          <a:xfrm>
            <a:off x="6185535" y="14013180"/>
            <a:ext cx="3284173" cy="4200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1575"/>
              </a:lnSpc>
              <a:buNone/>
            </a:pPr>
            <a: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Two consecutive misses trigger a board memo, not a</a:t>
            </a:r>
            <a:b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</a:br>
            <a:r>
              <a:rPr lang="en" sz="1120" dirty="0">
                <a:solidFill>
                  <a:srgbClr val="12232F"/>
                </a:solidFill>
                <a:latin typeface="+mj-lt"/>
                <a:ea typeface="+mj-ea"/>
                <a:cs typeface="+mj-cs"/>
              </a:rPr>
              <a:t>new plan.</a:t>
            </a:r>
          </a:p>
        </p:txBody>
      </p:sp>
      <p:sp>
        <p:nvSpPr>
          <p:cNvPr id="114" name="Line 114"/>
          <p:cNvSpPr/>
          <p:nvPr/>
        </p:nvSpPr>
        <p:spPr>
          <a:xfrm>
            <a:off x="857250" y="147447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15" name="br-scoreboard-p57 Placeholder Carrier"/>
          <p:cNvSpPr txBox="1"/>
          <p:nvPr>
            <p:ph type="body" idx="57"/>
          </p:nvPr>
        </p:nvSpPr>
        <p:spPr>
          <a:xfrm>
            <a:off x="852488" y="14941550"/>
            <a:ext cx="4532309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90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NO NUMBER MOVES WITHOUT A GATE DECISION / REVIEWED MONTHLY</a:t>
            </a:r>
          </a:p>
        </p:txBody>
      </p:sp>
      <p:sp>
        <p:nvSpPr>
          <p:cNvPr id="116" name="Line 116"/>
          <p:cNvSpPr/>
          <p:nvPr/>
        </p:nvSpPr>
        <p:spPr>
          <a:xfrm>
            <a:off x="857250" y="1560195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D5DCE1"/>
            </a:solidFill>
          </a:ln>
        </p:spPr>
      </p:sp>
      <p:sp>
        <p:nvSpPr>
          <p:cNvPr id="117" name="br-scoreboard-p58 Placeholder Carrier"/>
          <p:cNvSpPr txBox="1"/>
          <p:nvPr>
            <p:ph type="body" idx="58"/>
          </p:nvPr>
        </p:nvSpPr>
        <p:spPr>
          <a:xfrm>
            <a:off x="852488" y="15824200"/>
            <a:ext cx="568278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spc="8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SCORECARD · BASELINES AND TARGETS ARE DEMONSTRATION DATA</a:t>
            </a:r>
          </a:p>
        </p:txBody>
      </p:sp>
      <p:sp>
        <p:nvSpPr>
          <p:cNvPr id="118" name="br-scoreboard-p59 Placeholder Carrier"/>
          <p:cNvSpPr txBox="1"/>
          <p:nvPr>
            <p:ph type="body" idx="59"/>
          </p:nvPr>
        </p:nvSpPr>
        <p:spPr>
          <a:xfrm>
            <a:off x="852488" y="16122650"/>
            <a:ext cx="28364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spc="52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ILLUSTRATIVE EXHIBIT / DEMONSTRATION DATA</a:t>
            </a:r>
          </a:p>
        </p:txBody>
      </p:sp>
      <p:sp>
        <p:nvSpPr>
          <p:cNvPr id="119" name="br-scoreboard-p60 Placeholder Carrier"/>
          <p:cNvSpPr txBox="1"/>
          <p:nvPr>
            <p:ph type="sldNum" idx="60"/>
          </p:nvPr>
        </p:nvSpPr>
        <p:spPr>
          <a:xfrm>
            <a:off x="10802041" y="15817850"/>
            <a:ext cx="156662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80" b="1" dirty="0">
                <a:solidFill>
                  <a:srgbClr val="5F6E79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r-ending-pic1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2850" r="0" b="2849"/>
          <a:stretch>
            <a:fillRect/>
          </a:stretch>
        </p:blipFill>
        <p:spPr>
          <a:xfrm>
            <a:off x="0" y="0"/>
            <a:ext cx="11811000" cy="16706850"/>
          </a:xfrm>
          <a:prstGeom prst="rect">
            <a:avLst/>
          </a:prstGeom>
        </p:spPr>
      </p:pic>
      <p:sp>
        <p:nvSpPr>
          <p:cNvPr id="4" name="br-ending-d1"/>
          <p:cNvSpPr/>
          <p:nvPr/>
        </p:nvSpPr>
        <p:spPr>
          <a:xfrm>
            <a:off x="0" y="0"/>
            <a:ext cx="11811000" cy="16706850"/>
          </a:xfrm>
          <a:prstGeom prst="rect">
            <a:avLst/>
          </a:prstGeom>
          <a:gradFill>
            <a:gsLst>
              <a:gs pos="0">
                <a:srgbClr val="071C2C">
                  <a:alpha val="78000"/>
                </a:srgbClr>
              </a:gs>
              <a:gs pos="60000">
                <a:srgbClr val="071C2C">
                  <a:alpha val="87000"/>
                </a:srgbClr>
              </a:gs>
              <a:gs pos="100000">
                <a:srgbClr val="071C2C">
                  <a:alpha val="97000"/>
                </a:srgbClr>
              </a:gs>
            </a:gsLst>
            <a:lin ang="5400000" scaled="1"/>
          </a:gradFill>
          <a:ln>
            <a:noFill/>
          </a:ln>
        </p:spPr>
      </p:sp>
      <p:sp>
        <p:nvSpPr>
          <p:cNvPr id="5" name="br-ending-d2"/>
          <p:cNvSpPr/>
          <p:nvPr/>
        </p:nvSpPr>
        <p:spPr>
          <a:xfrm>
            <a:off x="857250" y="876300"/>
            <a:ext cx="2857500" cy="533400"/>
          </a:xfrm>
          <a:prstGeom prst="rect">
            <a:avLst/>
          </a:prstGeom>
          <a:solidFill>
            <a:srgbClr val="E3120B"/>
          </a:solidFill>
          <a:ln>
            <a:noFill/>
          </a:ln>
        </p:spPr>
      </p:sp>
      <p:sp>
        <p:nvSpPr>
          <p:cNvPr id="6" name="br-ending-p2 Placeholder Carrier"/>
          <p:cNvSpPr txBox="1"/>
          <p:nvPr>
            <p:ph type="body" idx="2"/>
          </p:nvPr>
        </p:nvSpPr>
        <p:spPr>
          <a:xfrm>
            <a:off x="1021080" y="1066800"/>
            <a:ext cx="181424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500" b="1" spc="18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THE DECISION</a:t>
            </a:r>
          </a:p>
        </p:txBody>
      </p:sp>
      <p:sp>
        <p:nvSpPr>
          <p:cNvPr id="7" name="br-ending-p3 Placeholder Carrier"/>
          <p:cNvSpPr txBox="1"/>
          <p:nvPr>
            <p:ph type="sldNum" idx="3"/>
          </p:nvPr>
        </p:nvSpPr>
        <p:spPr>
          <a:xfrm>
            <a:off x="10356287" y="1117600"/>
            <a:ext cx="60222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820" b="1" spc="120" dirty="0">
                <a:solidFill>
                  <a:srgbClr val="C8D5DE"/>
                </a:solidFill>
                <a:latin typeface="+mn-lt"/>
                <a:ea typeface="+mn-ea"/>
                <a:cs typeface="+mn-cs"/>
              </a:rPr>
              <a:t>15 / END</a:t>
            </a:r>
          </a:p>
        </p:txBody>
      </p:sp>
      <p:sp>
        <p:nvSpPr>
          <p:cNvPr id="8" name="Line 8"/>
          <p:cNvSpPr/>
          <p:nvPr/>
        </p:nvSpPr>
        <p:spPr>
          <a:xfrm>
            <a:off x="857250" y="17145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FFFFFF">
                <a:alpha val="40000"/>
              </a:srgbClr>
            </a:solidFill>
          </a:ln>
        </p:spPr>
      </p:sp>
      <p:sp>
        <p:nvSpPr>
          <p:cNvPr id="9" name="br-ending-p4 Placeholder Carrier"/>
          <p:cNvSpPr txBox="1"/>
          <p:nvPr>
            <p:ph type="body" idx="4"/>
          </p:nvPr>
        </p:nvSpPr>
        <p:spPr>
          <a:xfrm>
            <a:off x="852297" y="2368550"/>
            <a:ext cx="1555618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980" b="1" spc="22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THE BOARD ASK</a:t>
            </a:r>
          </a:p>
        </p:txBody>
      </p:sp>
      <p:sp>
        <p:nvSpPr>
          <p:cNvPr id="10" name="br-ending-p5 Placeholder Carrier"/>
          <p:cNvSpPr txBox="1"/>
          <p:nvPr>
            <p:ph type="title" idx="5"/>
          </p:nvPr>
        </p:nvSpPr>
        <p:spPr>
          <a:xfrm>
            <a:off x="838200" y="3013456"/>
            <a:ext cx="5341254" cy="270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9000"/>
              </a:lnSpc>
            </a:pPr>
            <a:r>
              <a:rPr lang="en" sz="81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Decide</a:t>
            </a:r>
            <a:br>
              <a:rPr lang="en" sz="81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" sz="81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by Friday.</a:t>
            </a:r>
          </a:p>
        </p:txBody>
      </p:sp>
      <p:sp>
        <p:nvSpPr>
          <p:cNvPr id="11" name="br-ending-p6 Placeholder Carrier"/>
          <p:cNvSpPr txBox="1"/>
          <p:nvPr>
            <p:ph type="subTitle" idx="6"/>
          </p:nvPr>
        </p:nvSpPr>
        <p:spPr>
          <a:xfrm>
            <a:off x="846963" y="6614414"/>
            <a:ext cx="5026490" cy="75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 marL="0" indent="0">
              <a:lnSpc>
                <a:spcPts val="2850"/>
              </a:lnSpc>
              <a:buNone/>
            </a:pPr>
            <a:r>
              <a:rPr lang="en" sz="2020" dirty="0">
                <a:solidFill>
                  <a:srgbClr val="D8E2E9"/>
                </a:solidFill>
                <a:latin typeface="+mj-lt"/>
                <a:ea typeface="+mj-ea"/>
                <a:cs typeface="+mj-cs"/>
              </a:rPr>
              <a:t>Approve the three moves. Name the owners.</a:t>
            </a:r>
            <a:br>
              <a:rPr lang="en" sz="2020" dirty="0">
                <a:solidFill>
                  <a:srgbClr val="D8E2E9"/>
                </a:solidFill>
                <a:latin typeface="+mj-lt"/>
                <a:ea typeface="+mj-ea"/>
                <a:cs typeface="+mj-cs"/>
              </a:rPr>
            </a:br>
            <a:r>
              <a:rPr lang="en" sz="2020" dirty="0">
                <a:solidFill>
                  <a:srgbClr val="D8E2E9"/>
                </a:solidFill>
                <a:latin typeface="+mj-lt"/>
                <a:ea typeface="+mj-ea"/>
                <a:cs typeface="+mj-cs"/>
              </a:rPr>
              <a:t>Hold the first gate in thirty days.</a:t>
            </a:r>
          </a:p>
        </p:txBody>
      </p:sp>
      <p:sp>
        <p:nvSpPr>
          <p:cNvPr id="12" name="Line 12"/>
          <p:cNvSpPr/>
          <p:nvPr/>
        </p:nvSpPr>
        <p:spPr>
          <a:xfrm>
            <a:off x="857250" y="9715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FFFFFF">
                <a:alpha val="50000"/>
              </a:srgbClr>
            </a:solidFill>
          </a:ln>
        </p:spPr>
      </p:sp>
      <p:sp>
        <p:nvSpPr>
          <p:cNvPr id="13" name="br-ending-p7 Placeholder Carrier"/>
          <p:cNvSpPr txBox="1"/>
          <p:nvPr>
            <p:ph type="body" idx="7"/>
          </p:nvPr>
        </p:nvSpPr>
        <p:spPr>
          <a:xfrm>
            <a:off x="852488" y="9956800"/>
            <a:ext cx="81097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FRI 30 OCT</a:t>
            </a:r>
          </a:p>
        </p:txBody>
      </p:sp>
      <p:sp>
        <p:nvSpPr>
          <p:cNvPr id="14" name="br-ending-p8 Placeholder Carrier"/>
          <p:cNvSpPr txBox="1"/>
          <p:nvPr>
            <p:ph type="body" idx="8"/>
          </p:nvPr>
        </p:nvSpPr>
        <p:spPr>
          <a:xfrm>
            <a:off x="850392" y="10255250"/>
            <a:ext cx="13322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Board decision</a:t>
            </a:r>
          </a:p>
        </p:txBody>
      </p:sp>
      <p:sp>
        <p:nvSpPr>
          <p:cNvPr id="15" name="Line 15"/>
          <p:cNvSpPr/>
          <p:nvPr/>
        </p:nvSpPr>
        <p:spPr>
          <a:xfrm>
            <a:off x="4286250" y="9715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FFFFFF">
                <a:alpha val="50000"/>
              </a:srgbClr>
            </a:solidFill>
          </a:ln>
        </p:spPr>
      </p:sp>
      <p:sp>
        <p:nvSpPr>
          <p:cNvPr id="16" name="br-ending-p9 Placeholder Carrier"/>
          <p:cNvSpPr txBox="1"/>
          <p:nvPr>
            <p:ph type="body" idx="9"/>
          </p:nvPr>
        </p:nvSpPr>
        <p:spPr>
          <a:xfrm>
            <a:off x="4281488" y="9956800"/>
            <a:ext cx="9017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MON 02 NOV</a:t>
            </a:r>
          </a:p>
        </p:txBody>
      </p:sp>
      <p:sp>
        <p:nvSpPr>
          <p:cNvPr id="17" name="br-ending-p10 Placeholder Carrier"/>
          <p:cNvSpPr txBox="1"/>
          <p:nvPr>
            <p:ph type="body" idx="10"/>
          </p:nvPr>
        </p:nvSpPr>
        <p:spPr>
          <a:xfrm>
            <a:off x="4279392" y="10255250"/>
            <a:ext cx="11807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Owner letters</a:t>
            </a:r>
          </a:p>
        </p:txBody>
      </p:sp>
      <p:sp>
        <p:nvSpPr>
          <p:cNvPr id="18" name="Line 18"/>
          <p:cNvSpPr/>
          <p:nvPr/>
        </p:nvSpPr>
        <p:spPr>
          <a:xfrm>
            <a:off x="7715250" y="9715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FFFFFF">
                <a:alpha val="50000"/>
              </a:srgbClr>
            </a:solidFill>
          </a:ln>
        </p:spPr>
      </p:sp>
      <p:sp>
        <p:nvSpPr>
          <p:cNvPr id="19" name="br-ending-p11 Placeholder Carrier"/>
          <p:cNvSpPr txBox="1"/>
          <p:nvPr>
            <p:ph type="body" idx="11"/>
          </p:nvPr>
        </p:nvSpPr>
        <p:spPr>
          <a:xfrm>
            <a:off x="7710488" y="9956800"/>
            <a:ext cx="81752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820" b="1" spc="135" dirty="0">
                <a:solidFill>
                  <a:srgbClr val="00A9F4"/>
                </a:solidFill>
                <a:latin typeface="+mn-lt"/>
                <a:ea typeface="+mn-ea"/>
                <a:cs typeface="+mn-cs"/>
              </a:rPr>
              <a:t>FRI 27 NOV</a:t>
            </a:r>
          </a:p>
        </p:txBody>
      </p:sp>
      <p:sp>
        <p:nvSpPr>
          <p:cNvPr id="20" name="br-ending-p12 Placeholder Carrier"/>
          <p:cNvSpPr txBox="1"/>
          <p:nvPr>
            <p:ph type="body" idx="12"/>
          </p:nvPr>
        </p:nvSpPr>
        <p:spPr>
          <a:xfrm>
            <a:off x="7708392" y="10255250"/>
            <a:ext cx="11922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Gate 1 review</a:t>
            </a:r>
          </a:p>
        </p:txBody>
      </p:sp>
      <p:sp>
        <p:nvSpPr>
          <p:cNvPr id="21" name="Line 21"/>
          <p:cNvSpPr/>
          <p:nvPr/>
        </p:nvSpPr>
        <p:spPr>
          <a:xfrm>
            <a:off x="857250" y="14478000"/>
            <a:ext cx="10096500" cy="9525"/>
          </a:xfrm>
          <a:custGeom>
            <a:avLst/>
            <a:gdLst/>
            <a:ahLst/>
            <a:cxnLst/>
            <a:rect l="l" t="t" r="r" b="b"/>
            <a:pathLst>
              <a:path w="10096500" h="9525">
                <a:moveTo>
                  <a:pt x="0" y="0"/>
                </a:moveTo>
                <a:lnTo>
                  <a:pt x="10096500" y="0"/>
                </a:lnTo>
              </a:path>
            </a:pathLst>
          </a:custGeom>
          <a:noFill/>
          <a:ln w="9525">
            <a:solidFill>
              <a:srgbClr val="FFFFFF">
                <a:alpha val="35000"/>
              </a:srgbClr>
            </a:solidFill>
          </a:ln>
        </p:spPr>
      </p:sp>
      <p:sp>
        <p:nvSpPr>
          <p:cNvPr id="22" name="br-ending-p13 Placeholder Carrier"/>
          <p:cNvSpPr txBox="1"/>
          <p:nvPr>
            <p:ph type="body" idx="13"/>
          </p:nvPr>
        </p:nvSpPr>
        <p:spPr>
          <a:xfrm>
            <a:off x="852488" y="14789150"/>
            <a:ext cx="5500217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750" b="1" spc="105" dirty="0">
                <a:solidFill>
                  <a:srgbClr val="C8D5DE"/>
                </a:solidFill>
                <a:latin typeface="+mn-lt"/>
                <a:ea typeface="+mn-ea"/>
                <a:cs typeface="+mn-cs"/>
              </a:rPr>
              <a:t>BOARDROOM / A4 STRATEGY REVIEW · PREPARED FOR THE BOARD, OCTOBER 2026</a:t>
            </a:r>
          </a:p>
        </p:txBody>
      </p:sp>
      <p:sp>
        <p:nvSpPr>
          <p:cNvPr id="23" name="br-ending-p14 Placeholder Carrier"/>
          <p:cNvSpPr txBox="1"/>
          <p:nvPr>
            <p:ph type="body" idx="14"/>
          </p:nvPr>
        </p:nvSpPr>
        <p:spPr>
          <a:xfrm>
            <a:off x="852488" y="15093950"/>
            <a:ext cx="3902841" cy="1343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" sz="680" b="1" spc="82" dirty="0">
                <a:solidFill>
                  <a:srgbClr val="9FB1BE"/>
                </a:solidFill>
                <a:latin typeface="+mn-lt"/>
                <a:ea typeface="+mn-ea"/>
                <a:cs typeface="+mn-cs"/>
              </a:rPr>
              <a:t>ILLUSTRATIVE EXHIBIT · ALL FIGURES ARE DEMONSTRATION DATA</a:t>
            </a:r>
          </a:p>
        </p:txBody>
      </p:sp>
      <p:sp>
        <p:nvSpPr>
          <p:cNvPr id="24" name="br-ending-p15 Placeholder Carrier"/>
          <p:cNvSpPr txBox="1"/>
          <p:nvPr>
            <p:ph type="sldNum" idx="15"/>
          </p:nvPr>
        </p:nvSpPr>
        <p:spPr>
          <a:xfrm>
            <a:off x="10814211" y="14782800"/>
            <a:ext cx="1443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PT Master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2026-10-23T17:12:41Z</dcterms:created>
  <dcterms:modified xsi:type="dcterms:W3CDTF">2026-10-23T17:12:41Z</dcterms:modified>
  <cp:category/>
  <cp:contentStatus/>
</cp:coreProperties>
</file>