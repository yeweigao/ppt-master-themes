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blee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762000" y="4572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762000" y="3905250"/>
            <a:ext cx="9144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4"/>
          </p:nvPr>
        </p:nvSpPr>
        <p:spPr>
          <a:xfrm>
            <a:off x="762000" y="5619750"/>
            <a:ext cx="7239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edition Placeholder"/>
          <p:cNvSpPr>
            <a:spLocks noGrp="1"/>
          </p:cNvSpPr>
          <p:nvPr>
            <p:ph type="dt" idx="5"/>
          </p:nvPr>
        </p:nvSpPr>
        <p:spPr>
          <a:xfrm>
            <a:off x="762000" y="6248400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6A370BC3-1936-46E3-839D-CF9F45F539B4}" type="datetimeFigureOut">
              <a:rPr lang="en-US" sz="1050" spc="1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1353663705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ic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chapter-number Placeholder"/>
          <p:cNvSpPr>
            <a:spLocks noGrp="1"/>
          </p:cNvSpPr>
          <p:nvPr>
            <p:ph type="body" idx="2"/>
          </p:nvPr>
        </p:nvSpPr>
        <p:spPr>
          <a:xfrm>
            <a:off x="762000" y="495300"/>
            <a:ext cx="3810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0"/>
            </a:lvl1pPr>
          </a:lstStyle>
          <a:p>
            <a:pPr algn="l" marL="0" indent="0">
              <a:buNone/>
            </a:pPr>
            <a:r>
              <a:rPr lang="en-US" sz="10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762000" y="4476750"/>
            <a:ext cx="9144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description Placeholder"/>
          <p:cNvSpPr>
            <a:spLocks noGrp="1"/>
          </p:cNvSpPr>
          <p:nvPr>
            <p:ph type="body" idx="4"/>
          </p:nvPr>
        </p:nvSpPr>
        <p:spPr>
          <a:xfrm>
            <a:off x="762000" y="58102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6753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ypographic statement and counter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 Layout"/>
          <p:cNvSpPr/>
          <p:nvPr/>
        </p:nvSpPr>
        <p:spPr>
          <a:xfrm>
            <a:off x="762000" y="914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tick-1 Layout"/>
          <p:cNvSpPr/>
          <p:nvPr/>
        </p:nvSpPr>
        <p:spPr>
          <a:xfrm>
            <a:off x="762000" y="9144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4" name="tick-2 Layout"/>
          <p:cNvSpPr/>
          <p:nvPr/>
        </p:nvSpPr>
        <p:spPr>
          <a:xfrm>
            <a:off x="4419600" y="9144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5" name="tick-3 Layout"/>
          <p:cNvSpPr/>
          <p:nvPr/>
        </p:nvSpPr>
        <p:spPr>
          <a:xfrm>
            <a:off x="8077200" y="9144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6" name="tick-4 Layout"/>
          <p:cNvSpPr/>
          <p:nvPr/>
        </p:nvSpPr>
        <p:spPr>
          <a:xfrm>
            <a:off x="11430000" y="9144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7" name="short-rule Layout"/>
          <p:cNvSpPr/>
          <p:nvPr/>
        </p:nvSpPr>
        <p:spPr>
          <a:xfrm>
            <a:off x="6248400" y="449580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5181600" h="9525">
                <a:moveTo>
                  <a:pt x="0" y="0"/>
                </a:moveTo>
                <a:lnTo>
                  <a:pt x="5181600" y="0"/>
                </a:lnTo>
              </a:path>
            </a:pathLst>
          </a:custGeom>
          <a:noFill/>
          <a:ln w="38100">
            <a:solidFill>
              <a:srgbClr val="20262A"/>
            </a:solidFill>
          </a:ln>
        </p:spPr>
      </p:sp>
      <p:sp>
        <p:nvSpPr>
          <p:cNvPr id="8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title Placeholder"/>
          <p:cNvSpPr>
            <a:spLocks noGrp="1"/>
          </p:cNvSpPr>
          <p:nvPr>
            <p:ph type="title" idx="2"/>
          </p:nvPr>
        </p:nvSpPr>
        <p:spPr>
          <a:xfrm>
            <a:off x="762000" y="1181100"/>
            <a:ext cx="10668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7200"/>
            </a:lvl1pPr>
          </a:lstStyle>
          <a:p>
            <a:pPr algn="l"/>
            <a:r>
              <a:rPr lang="en-US" sz="7200" b="1" spc="-1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0" name="lead Placeholder"/>
          <p:cNvSpPr>
            <a:spLocks noGrp="1"/>
          </p:cNvSpPr>
          <p:nvPr>
            <p:ph type="subTitle" idx="3"/>
          </p:nvPr>
        </p:nvSpPr>
        <p:spPr>
          <a:xfrm>
            <a:off x="6248400" y="4724400"/>
            <a:ext cx="5181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1" name="main-copy Placeholder"/>
          <p:cNvSpPr>
            <a:spLocks noGrp="1"/>
          </p:cNvSpPr>
          <p:nvPr>
            <p:ph type="body" idx="4"/>
          </p:nvPr>
        </p:nvSpPr>
        <p:spPr>
          <a:xfrm>
            <a:off x="762000" y="4724400"/>
            <a:ext cx="51816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folio Placeholder"/>
          <p:cNvSpPr>
            <a:spLocks noGrp="1"/>
          </p:cNvSpPr>
          <p:nvPr>
            <p:ph type="sldNum" idx="5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5FE08773-2A74-400E-B671-7C5459B5306C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654866557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wo-column 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762000" y="914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3" name="foot-rule Layout"/>
          <p:cNvSpPr/>
          <p:nvPr/>
        </p:nvSpPr>
        <p:spPr>
          <a:xfrm>
            <a:off x="762000" y="5981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762000" y="1028700"/>
            <a:ext cx="10668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3"/>
          </p:nvPr>
        </p:nvSpPr>
        <p:spPr>
          <a:xfrm>
            <a:off x="762000" y="215265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body-left Placeholder"/>
          <p:cNvSpPr>
            <a:spLocks noGrp="1"/>
          </p:cNvSpPr>
          <p:nvPr>
            <p:ph type="body" idx="4"/>
          </p:nvPr>
        </p:nvSpPr>
        <p:spPr>
          <a:xfrm>
            <a:off x="762000" y="2914650"/>
            <a:ext cx="5181600" cy="291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body-right Placeholder"/>
          <p:cNvSpPr>
            <a:spLocks noGrp="1"/>
          </p:cNvSpPr>
          <p:nvPr>
            <p:ph type="body" idx="5"/>
          </p:nvPr>
        </p:nvSpPr>
        <p:spPr>
          <a:xfrm>
            <a:off x="6248400" y="2914650"/>
            <a:ext cx="5181600" cy="291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body" idx="6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7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9E4D1980-D727-4F0A-95D7-B0BD3A85FDB1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426893100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tement and annotated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hibit-rule Layout"/>
          <p:cNvSpPr/>
          <p:nvPr/>
        </p:nvSpPr>
        <p:spPr>
          <a:xfrm>
            <a:off x="762000" y="2762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3" name="foot-rule Layout"/>
          <p:cNvSpPr/>
          <p:nvPr/>
        </p:nvSpPr>
        <p:spPr>
          <a:xfrm>
            <a:off x="762000" y="5981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000"/>
            </a:lvl1pPr>
          </a:lstStyle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3"/>
          </p:nvPr>
        </p:nvSpPr>
        <p:spPr>
          <a:xfrm>
            <a:off x="762000" y="2038350"/>
            <a:ext cx="7010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context Placeholder"/>
          <p:cNvSpPr>
            <a:spLocks noGrp="1"/>
          </p:cNvSpPr>
          <p:nvPr>
            <p:ph type="body" idx="4"/>
          </p:nvPr>
        </p:nvSpPr>
        <p:spPr>
          <a:xfrm>
            <a:off x="8077200" y="2038350"/>
            <a:ext cx="335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exhibit Placeholder"/>
          <p:cNvSpPr>
            <a:spLocks noGrp="1"/>
          </p:cNvSpPr>
          <p:nvPr>
            <p:ph type="obj" idx="5"/>
          </p:nvPr>
        </p:nvSpPr>
        <p:spPr>
          <a:xfrm>
            <a:off x="762000" y="2914650"/>
            <a:ext cx="7010400" cy="2914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9" name="annotation Placeholder"/>
          <p:cNvSpPr>
            <a:spLocks noGrp="1"/>
          </p:cNvSpPr>
          <p:nvPr>
            <p:ph type="body" idx="6"/>
          </p:nvPr>
        </p:nvSpPr>
        <p:spPr>
          <a:xfrm>
            <a:off x="8077200" y="2914650"/>
            <a:ext cx="3352800" cy="291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body" idx="7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folio Placeholder"/>
          <p:cNvSpPr>
            <a:spLocks noGrp="1"/>
          </p:cNvSpPr>
          <p:nvPr>
            <p:ph type="sldNum" idx="8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D2E31619-CDB8-4C9F-A84A-52FAF7E84E3B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606604272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ligned qualitativ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762000" y="27813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row-rule-1 Layout"/>
          <p:cNvSpPr/>
          <p:nvPr/>
        </p:nvSpPr>
        <p:spPr>
          <a:xfrm>
            <a:off x="762000" y="3886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row-rule-2 Layout"/>
          <p:cNvSpPr/>
          <p:nvPr/>
        </p:nvSpPr>
        <p:spPr>
          <a:xfrm>
            <a:off x="762000" y="4953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5" name="row-rule-3 Layout"/>
          <p:cNvSpPr/>
          <p:nvPr/>
        </p:nvSpPr>
        <p:spPr>
          <a:xfrm>
            <a:off x="762000" y="5981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itle Placeholder"/>
          <p:cNvSpPr>
            <a:spLocks noGrp="1"/>
          </p:cNvSpPr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000"/>
            </a:lvl1pPr>
          </a:lstStyle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label-left Placeholder"/>
          <p:cNvSpPr>
            <a:spLocks noGrp="1"/>
          </p:cNvSpPr>
          <p:nvPr>
            <p:ph type="body" idx="3"/>
          </p:nvPr>
        </p:nvSpPr>
        <p:spPr>
          <a:xfrm>
            <a:off x="762000" y="2190750"/>
            <a:ext cx="5181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label-right Placeholder"/>
          <p:cNvSpPr>
            <a:spLocks noGrp="1"/>
          </p:cNvSpPr>
          <p:nvPr>
            <p:ph type="body" idx="4"/>
          </p:nvPr>
        </p:nvSpPr>
        <p:spPr>
          <a:xfrm>
            <a:off x="6248400" y="2190750"/>
            <a:ext cx="5181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left-1 Placeholder"/>
          <p:cNvSpPr>
            <a:spLocks noGrp="1"/>
          </p:cNvSpPr>
          <p:nvPr>
            <p:ph type="body" idx="5"/>
          </p:nvPr>
        </p:nvSpPr>
        <p:spPr>
          <a:xfrm>
            <a:off x="762000" y="28956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right-1 Placeholder"/>
          <p:cNvSpPr>
            <a:spLocks noGrp="1"/>
          </p:cNvSpPr>
          <p:nvPr>
            <p:ph type="body" idx="6"/>
          </p:nvPr>
        </p:nvSpPr>
        <p:spPr>
          <a:xfrm>
            <a:off x="6248400" y="28956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left-2 Placeholder"/>
          <p:cNvSpPr>
            <a:spLocks noGrp="1"/>
          </p:cNvSpPr>
          <p:nvPr>
            <p:ph type="body" idx="7"/>
          </p:nvPr>
        </p:nvSpPr>
        <p:spPr>
          <a:xfrm>
            <a:off x="762000" y="40005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right-2 Placeholder"/>
          <p:cNvSpPr>
            <a:spLocks noGrp="1"/>
          </p:cNvSpPr>
          <p:nvPr>
            <p:ph type="body" idx="8"/>
          </p:nvPr>
        </p:nvSpPr>
        <p:spPr>
          <a:xfrm>
            <a:off x="6248400" y="40005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left-3 Placeholder"/>
          <p:cNvSpPr>
            <a:spLocks noGrp="1"/>
          </p:cNvSpPr>
          <p:nvPr>
            <p:ph type="body" idx="9"/>
          </p:nvPr>
        </p:nvSpPr>
        <p:spPr>
          <a:xfrm>
            <a:off x="762000" y="50673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right-3 Placeholder"/>
          <p:cNvSpPr>
            <a:spLocks noGrp="1"/>
          </p:cNvSpPr>
          <p:nvPr>
            <p:ph type="body" idx="10"/>
          </p:nvPr>
        </p:nvSpPr>
        <p:spPr>
          <a:xfrm>
            <a:off x="6248400" y="50673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source Placeholder"/>
          <p:cNvSpPr>
            <a:spLocks noGrp="1"/>
          </p:cNvSpPr>
          <p:nvPr>
            <p:ph type="body" idx="11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folio Placeholder"/>
          <p:cNvSpPr>
            <a:spLocks noGrp="1"/>
          </p:cNvSpPr>
          <p:nvPr>
            <p:ph type="sldNum" idx="12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672726EE-852A-461D-904E-8AD837C73B17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850380641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Open table reg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" name="title Placeholder"/>
          <p:cNvSpPr>
            <a:spLocks noGrp="1"/>
          </p:cNvSpPr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000"/>
            </a:lvl1pPr>
          </a:lstStyle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4" name="lead Placeholder"/>
          <p:cNvSpPr>
            <a:spLocks noGrp="1"/>
          </p:cNvSpPr>
          <p:nvPr>
            <p:ph type="subTitle" idx="3"/>
          </p:nvPr>
        </p:nvSpPr>
        <p:spPr>
          <a:xfrm>
            <a:off x="762000" y="20383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5" name="information Placeholder"/>
          <p:cNvSpPr>
            <a:spLocks noGrp="1"/>
          </p:cNvSpPr>
          <p:nvPr>
            <p:ph type="obj" idx="4"/>
          </p:nvPr>
        </p:nvSpPr>
        <p:spPr>
          <a:xfrm>
            <a:off x="762000" y="2667000"/>
            <a:ext cx="10668000" cy="31623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ource Placeholder"/>
          <p:cNvSpPr>
            <a:spLocks noGrp="1"/>
          </p:cNvSpPr>
          <p:nvPr>
            <p:ph type="body" idx="5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folio Placeholder"/>
          <p:cNvSpPr>
            <a:spLocks noGrp="1"/>
          </p:cNvSpPr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5828AE44-F6AE-49BF-B546-E72D96394081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198198921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Horizontal typographic chron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-rule Layout"/>
          <p:cNvSpPr/>
          <p:nvPr/>
        </p:nvSpPr>
        <p:spPr>
          <a:xfrm>
            <a:off x="762000" y="2857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time-tick-1 Layout"/>
          <p:cNvSpPr/>
          <p:nvPr/>
        </p:nvSpPr>
        <p:spPr>
          <a:xfrm>
            <a:off x="762000" y="27813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4" name="time-tick-2 Layout"/>
          <p:cNvSpPr/>
          <p:nvPr/>
        </p:nvSpPr>
        <p:spPr>
          <a:xfrm>
            <a:off x="3505200" y="27813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5" name="time-tick-3 Layout"/>
          <p:cNvSpPr/>
          <p:nvPr/>
        </p:nvSpPr>
        <p:spPr>
          <a:xfrm>
            <a:off x="6248400" y="27813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6" name="time-tick-4 Layout"/>
          <p:cNvSpPr/>
          <p:nvPr/>
        </p:nvSpPr>
        <p:spPr>
          <a:xfrm>
            <a:off x="8991600" y="27813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7" name="foot-rule Layout"/>
          <p:cNvSpPr/>
          <p:nvPr/>
        </p:nvSpPr>
        <p:spPr>
          <a:xfrm>
            <a:off x="762000" y="5981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8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title Placeholder"/>
          <p:cNvSpPr>
            <a:spLocks noGrp="1"/>
          </p:cNvSpPr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000"/>
            </a:lvl1pPr>
          </a:lstStyle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0" name="time-1 Placeholder"/>
          <p:cNvSpPr>
            <a:spLocks noGrp="1"/>
          </p:cNvSpPr>
          <p:nvPr>
            <p:ph type="body" idx="3"/>
          </p:nvPr>
        </p:nvSpPr>
        <p:spPr>
          <a:xfrm>
            <a:off x="762000" y="3048000"/>
            <a:ext cx="2438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event-1 Placeholder"/>
          <p:cNvSpPr>
            <a:spLocks noGrp="1"/>
          </p:cNvSpPr>
          <p:nvPr>
            <p:ph type="body" idx="4"/>
          </p:nvPr>
        </p:nvSpPr>
        <p:spPr>
          <a:xfrm>
            <a:off x="762000" y="3733800"/>
            <a:ext cx="24384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time-2 Placeholder"/>
          <p:cNvSpPr>
            <a:spLocks noGrp="1"/>
          </p:cNvSpPr>
          <p:nvPr>
            <p:ph type="body" idx="5"/>
          </p:nvPr>
        </p:nvSpPr>
        <p:spPr>
          <a:xfrm>
            <a:off x="3505200" y="3048000"/>
            <a:ext cx="2438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event-2 Placeholder"/>
          <p:cNvSpPr>
            <a:spLocks noGrp="1"/>
          </p:cNvSpPr>
          <p:nvPr>
            <p:ph type="body" idx="6"/>
          </p:nvPr>
        </p:nvSpPr>
        <p:spPr>
          <a:xfrm>
            <a:off x="3505200" y="3733800"/>
            <a:ext cx="24384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time-3 Placeholder"/>
          <p:cNvSpPr>
            <a:spLocks noGrp="1"/>
          </p:cNvSpPr>
          <p:nvPr>
            <p:ph type="body" idx="7"/>
          </p:nvPr>
        </p:nvSpPr>
        <p:spPr>
          <a:xfrm>
            <a:off x="6248400" y="3048000"/>
            <a:ext cx="2438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event-3 Placeholder"/>
          <p:cNvSpPr>
            <a:spLocks noGrp="1"/>
          </p:cNvSpPr>
          <p:nvPr>
            <p:ph type="body" idx="8"/>
          </p:nvPr>
        </p:nvSpPr>
        <p:spPr>
          <a:xfrm>
            <a:off x="6248400" y="3733800"/>
            <a:ext cx="24384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time-4 Placeholder"/>
          <p:cNvSpPr>
            <a:spLocks noGrp="1"/>
          </p:cNvSpPr>
          <p:nvPr>
            <p:ph type="body" idx="9"/>
          </p:nvPr>
        </p:nvSpPr>
        <p:spPr>
          <a:xfrm>
            <a:off x="8991600" y="3048000"/>
            <a:ext cx="2438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event-4 Placeholder"/>
          <p:cNvSpPr>
            <a:spLocks noGrp="1"/>
          </p:cNvSpPr>
          <p:nvPr>
            <p:ph type="body" idx="10"/>
          </p:nvPr>
        </p:nvSpPr>
        <p:spPr>
          <a:xfrm>
            <a:off x="8991600" y="3733800"/>
            <a:ext cx="24384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source Placeholder"/>
          <p:cNvSpPr>
            <a:spLocks noGrp="1"/>
          </p:cNvSpPr>
          <p:nvPr>
            <p:ph type="body" idx="11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folio Placeholder"/>
          <p:cNvSpPr>
            <a:spLocks noGrp="1"/>
          </p:cNvSpPr>
          <p:nvPr>
            <p:ph type="sldNum" idx="12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D90A6D39-1C10-4990-AEFA-2C4A4DCE728A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70977130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ain text with anchored side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762000" y="914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3" name="margin-rule Layout"/>
          <p:cNvSpPr/>
          <p:nvPr/>
        </p:nvSpPr>
        <p:spPr>
          <a:xfrm>
            <a:off x="7924800" y="2190750"/>
            <a:ext cx="9525" cy="3638550"/>
          </a:xfrm>
          <a:custGeom>
            <a:avLst/>
            <a:gdLst/>
            <a:ahLst/>
            <a:cxnLst/>
            <a:rect l="l" t="t" r="r" b="b"/>
            <a:pathLst>
              <a:path w="9525" h="3638550">
                <a:moveTo>
                  <a:pt x="0" y="0"/>
                </a:moveTo>
                <a:lnTo>
                  <a:pt x="0" y="363855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quote-rule Layout"/>
          <p:cNvSpPr/>
          <p:nvPr/>
        </p:nvSpPr>
        <p:spPr>
          <a:xfrm>
            <a:off x="8077200" y="447675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title Placeholder"/>
          <p:cNvSpPr>
            <a:spLocks noGrp="1"/>
          </p:cNvSpPr>
          <p:nvPr>
            <p:ph type="title" idx="2"/>
          </p:nvPr>
        </p:nvSpPr>
        <p:spPr>
          <a:xfrm>
            <a:off x="762000" y="1028700"/>
            <a:ext cx="10668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7" name="main-copy Placeholder"/>
          <p:cNvSpPr>
            <a:spLocks noGrp="1"/>
          </p:cNvSpPr>
          <p:nvPr>
            <p:ph type="body" idx="3"/>
          </p:nvPr>
        </p:nvSpPr>
        <p:spPr>
          <a:xfrm>
            <a:off x="762000" y="2190750"/>
            <a:ext cx="7010400" cy="3638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note-1 Placeholder"/>
          <p:cNvSpPr>
            <a:spLocks noGrp="1"/>
          </p:cNvSpPr>
          <p:nvPr>
            <p:ph type="body" idx="4"/>
          </p:nvPr>
        </p:nvSpPr>
        <p:spPr>
          <a:xfrm>
            <a:off x="8077200" y="2190750"/>
            <a:ext cx="33528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pull-quote Placeholder"/>
          <p:cNvSpPr>
            <a:spLocks noGrp="1"/>
          </p:cNvSpPr>
          <p:nvPr>
            <p:ph type="body" idx="5"/>
          </p:nvPr>
        </p:nvSpPr>
        <p:spPr>
          <a:xfrm>
            <a:off x="8077200" y="462915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i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body" idx="6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folio Placeholder"/>
          <p:cNvSpPr>
            <a:spLocks noGrp="1"/>
          </p:cNvSpPr>
          <p:nvPr>
            <p:ph type="sldNum" idx="7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B3875C93-BBE5-4DDC-9FB5-FDAC55105978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721960240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Reading column and edge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 Placeholder"/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762000" y="457200"/>
            <a:ext cx="5029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762000" y="990600"/>
            <a:ext cx="5029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000"/>
            </a:lvl1pPr>
          </a:lstStyle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4"/>
          </p:nvPr>
        </p:nvSpPr>
        <p:spPr>
          <a:xfrm>
            <a:off x="762000" y="2667000"/>
            <a:ext cx="50292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main-copy Placeholder"/>
          <p:cNvSpPr>
            <a:spLocks noGrp="1"/>
          </p:cNvSpPr>
          <p:nvPr>
            <p:ph type="body" idx="5"/>
          </p:nvPr>
        </p:nvSpPr>
        <p:spPr>
          <a:xfrm>
            <a:off x="762000" y="348615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source Placeholder"/>
          <p:cNvSpPr>
            <a:spLocks noGrp="1"/>
          </p:cNvSpPr>
          <p:nvPr>
            <p:ph type="body" idx="6"/>
          </p:nvPr>
        </p:nvSpPr>
        <p:spPr>
          <a:xfrm>
            <a:off x="762000" y="61341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48387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4D884205-EE59-4111-BD2B-A26C29C0A977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31658479"/>
      </p:ext>
    </p:extLst>
  </p:cSld>
  <p:clrMapOvr>
    <a:masterClrMapping/>
  </p:clrMapOvr>
  <p:hf hdr="0" dt="0" ftr="0" sldNum="1"/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-photo ess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wide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5943600" cy="419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hoto-mid Placeholder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3048000" cy="419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hoto-edge Placeholder"/>
          <p:cNvSpPr>
            <a:spLocks noGrp="1"/>
          </p:cNvSpPr>
          <p:nvPr>
            <p:ph type="pic" idx="3"/>
          </p:nvPr>
        </p:nvSpPr>
        <p:spPr>
          <a:xfrm>
            <a:off x="9296400" y="0"/>
            <a:ext cx="2895600" cy="419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4"/>
          </p:nvPr>
        </p:nvSpPr>
        <p:spPr>
          <a:xfrm>
            <a:off x="762000" y="447675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l"/>
            <a:r>
              <a:rPr lang="en-US" sz="2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5"/>
          </p:nvPr>
        </p:nvSpPr>
        <p:spPr>
          <a:xfrm>
            <a:off x="762000" y="52959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source Placeholder"/>
          <p:cNvSpPr>
            <a:spLocks noGrp="1"/>
          </p:cNvSpPr>
          <p:nvPr>
            <p:ph type="body" idx="6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A5E868B2-0BC7-42EE-9430-E13AB5568A84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227074881"/>
      </p:ext>
    </p:extLst>
  </p:cSld>
  <p:clrMapOvr>
    <a:masterClrMapping/>
  </p:clrMapOvr>
  <p:hf hdr="0" dt="0" ftr="0" sldNum="1"/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Hero figures on a specimen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cimen-rule Layout"/>
          <p:cNvSpPr/>
          <p:nvPr/>
        </p:nvSpPr>
        <p:spPr>
          <a:xfrm>
            <a:off x="762000" y="2857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3" name="specimen-tick-1 Layout"/>
          <p:cNvSpPr/>
          <p:nvPr/>
        </p:nvSpPr>
        <p:spPr>
          <a:xfrm>
            <a:off x="762000" y="285750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4" name="specimen-tick-2 Layout"/>
          <p:cNvSpPr/>
          <p:nvPr/>
        </p:nvSpPr>
        <p:spPr>
          <a:xfrm>
            <a:off x="3505200" y="285750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5" name="specimen-tick-3 Layout"/>
          <p:cNvSpPr/>
          <p:nvPr/>
        </p:nvSpPr>
        <p:spPr>
          <a:xfrm>
            <a:off x="6248400" y="285750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6" name="specimen-tick-4 Layout"/>
          <p:cNvSpPr/>
          <p:nvPr/>
        </p:nvSpPr>
        <p:spPr>
          <a:xfrm>
            <a:off x="8991600" y="285750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7" name="specimen-tick-5 Layout"/>
          <p:cNvSpPr/>
          <p:nvPr/>
        </p:nvSpPr>
        <p:spPr>
          <a:xfrm>
            <a:off x="11430000" y="285750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20262A"/>
            </a:solidFill>
          </a:ln>
        </p:spPr>
      </p:sp>
      <p:sp>
        <p:nvSpPr>
          <p:cNvPr id="8" name="foot-rule Layout"/>
          <p:cNvSpPr/>
          <p:nvPr/>
        </p:nvSpPr>
        <p:spPr>
          <a:xfrm>
            <a:off x="762000" y="5981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9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title Placeholder"/>
          <p:cNvSpPr>
            <a:spLocks noGrp="1"/>
          </p:cNvSpPr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000"/>
            </a:lvl1pPr>
          </a:lstStyle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1" name="lead Placeholder"/>
          <p:cNvSpPr>
            <a:spLocks noGrp="1"/>
          </p:cNvSpPr>
          <p:nvPr>
            <p:ph type="subTitle" idx="3"/>
          </p:nvPr>
        </p:nvSpPr>
        <p:spPr>
          <a:xfrm>
            <a:off x="762000" y="20383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2" name="metric-1 Placeholder"/>
          <p:cNvSpPr>
            <a:spLocks noGrp="1"/>
          </p:cNvSpPr>
          <p:nvPr>
            <p:ph type="body" idx="4"/>
          </p:nvPr>
        </p:nvSpPr>
        <p:spPr>
          <a:xfrm>
            <a:off x="762000" y="300990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600"/>
            </a:lvl1pPr>
          </a:lstStyle>
          <a:p>
            <a:pPr algn="l" marL="0" indent="0">
              <a:buNone/>
            </a:pPr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metric-label-1 Placeholder"/>
          <p:cNvSpPr>
            <a:spLocks noGrp="1"/>
          </p:cNvSpPr>
          <p:nvPr>
            <p:ph type="body" idx="5"/>
          </p:nvPr>
        </p:nvSpPr>
        <p:spPr>
          <a:xfrm>
            <a:off x="762000" y="4343400"/>
            <a:ext cx="2438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metric-2 Placeholder"/>
          <p:cNvSpPr>
            <a:spLocks noGrp="1"/>
          </p:cNvSpPr>
          <p:nvPr>
            <p:ph type="body" idx="6"/>
          </p:nvPr>
        </p:nvSpPr>
        <p:spPr>
          <a:xfrm>
            <a:off x="3505200" y="300990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600"/>
            </a:lvl1pPr>
          </a:lstStyle>
          <a:p>
            <a:pPr algn="l" marL="0" indent="0">
              <a:buNone/>
            </a:pPr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metric-label-2 Placeholder"/>
          <p:cNvSpPr>
            <a:spLocks noGrp="1"/>
          </p:cNvSpPr>
          <p:nvPr>
            <p:ph type="body" idx="7"/>
          </p:nvPr>
        </p:nvSpPr>
        <p:spPr>
          <a:xfrm>
            <a:off x="3505200" y="4343400"/>
            <a:ext cx="2438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metric-3 Placeholder"/>
          <p:cNvSpPr>
            <a:spLocks noGrp="1"/>
          </p:cNvSpPr>
          <p:nvPr>
            <p:ph type="body" idx="8"/>
          </p:nvPr>
        </p:nvSpPr>
        <p:spPr>
          <a:xfrm>
            <a:off x="6248400" y="300990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600"/>
            </a:lvl1pPr>
          </a:lstStyle>
          <a:p>
            <a:pPr algn="l" marL="0" indent="0">
              <a:buNone/>
            </a:pPr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metric-label-3 Placeholder"/>
          <p:cNvSpPr>
            <a:spLocks noGrp="1"/>
          </p:cNvSpPr>
          <p:nvPr>
            <p:ph type="body" idx="9"/>
          </p:nvPr>
        </p:nvSpPr>
        <p:spPr>
          <a:xfrm>
            <a:off x="6248400" y="4343400"/>
            <a:ext cx="2438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metric-4 Placeholder"/>
          <p:cNvSpPr>
            <a:spLocks noGrp="1"/>
          </p:cNvSpPr>
          <p:nvPr>
            <p:ph type="body" idx="10"/>
          </p:nvPr>
        </p:nvSpPr>
        <p:spPr>
          <a:xfrm>
            <a:off x="8991600" y="300990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600"/>
            </a:lvl1pPr>
          </a:lstStyle>
          <a:p>
            <a:pPr algn="l" marL="0" indent="0">
              <a:buNone/>
            </a:pPr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metric-label-4 Placeholder"/>
          <p:cNvSpPr>
            <a:spLocks noGrp="1"/>
          </p:cNvSpPr>
          <p:nvPr>
            <p:ph type="body" idx="11"/>
          </p:nvPr>
        </p:nvSpPr>
        <p:spPr>
          <a:xfrm>
            <a:off x="8991600" y="4343400"/>
            <a:ext cx="2438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source Placeholder"/>
          <p:cNvSpPr>
            <a:spLocks noGrp="1"/>
          </p:cNvSpPr>
          <p:nvPr>
            <p:ph type="body" idx="12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folio Placeholder"/>
          <p:cNvSpPr>
            <a:spLocks noGrp="1"/>
          </p:cNvSpPr>
          <p:nvPr>
            <p:ph type="sldNum" idx="13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6DB4E073-DE64-4D35-93D9-A4DA31351377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73358778"/>
      </p:ext>
    </p:extLst>
  </p:cSld>
  <p:clrMapOvr>
    <a:masterClrMapping/>
  </p:clrMapOvr>
  <p:hf hdr="0" dt="0" ftr="0" sldNum="1"/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Die-cut plate over a full-bleed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4000500" y="1771650"/>
            <a:ext cx="6858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main-copy Placeholder"/>
          <p:cNvSpPr>
            <a:spLocks noGrp="1"/>
          </p:cNvSpPr>
          <p:nvPr>
            <p:ph type="body" idx="4"/>
          </p:nvPr>
        </p:nvSpPr>
        <p:spPr>
          <a:xfrm>
            <a:off x="4000500" y="3295650"/>
            <a:ext cx="685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source Placeholder"/>
          <p:cNvSpPr>
            <a:spLocks noGrp="1"/>
          </p:cNvSpPr>
          <p:nvPr>
            <p:ph type="body" idx="5"/>
          </p:nvPr>
        </p:nvSpPr>
        <p:spPr>
          <a:xfrm>
            <a:off x="762000" y="61341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folio Placeholder"/>
          <p:cNvSpPr>
            <a:spLocks noGrp="1"/>
          </p:cNvSpPr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CBCC8785-1C23-4D2F-AD74-716F2EF1A5F3}" type="slidenum">
              <a:rPr lang="en-US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62200225"/>
      </p:ext>
    </p:extLst>
  </p:cSld>
  <p:clrMapOvr>
    <a:masterClrMapping/>
  </p:clrMapOvr>
  <p:hf hdr="0" dt="0" ftr="0" sldNum="1"/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odular check mask over a full-bleed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228600" y="3810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b="1" spc="75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1905000" y="1562100"/>
            <a:ext cx="419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250"/>
            </a:lvl1pPr>
          </a:lstStyle>
          <a:p>
            <a:pPr algn="l"/>
            <a:r>
              <a:rPr lang="en-US" sz="2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main-copy Placeholder"/>
          <p:cNvSpPr>
            <a:spLocks noGrp="1"/>
          </p:cNvSpPr>
          <p:nvPr>
            <p:ph type="body" idx="4"/>
          </p:nvPr>
        </p:nvSpPr>
        <p:spPr>
          <a:xfrm>
            <a:off x="8610600" y="381000"/>
            <a:ext cx="25908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source Placeholder"/>
          <p:cNvSpPr>
            <a:spLocks noGrp="1"/>
          </p:cNvSpPr>
          <p:nvPr>
            <p:ph type="body" idx="5"/>
          </p:nvPr>
        </p:nvSpPr>
        <p:spPr>
          <a:xfrm>
            <a:off x="5562600" y="5562600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folio Placeholder"/>
          <p:cNvSpPr>
            <a:spLocks noGrp="1"/>
          </p:cNvSpPr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05C345B8-B072-4497-9843-A12F061773D0}" type="slidenum">
              <a:rPr lang="en-US" sz="105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371106781"/>
      </p:ext>
    </p:extLst>
  </p:cSld>
  <p:clrMapOvr>
    <a:masterClrMapping/>
  </p:clrMapOvr>
  <p:hf hdr="0" dt="0" ftr="0" sldNum="1"/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verted field with staggered pillars">
    <p:bg>
      <p:bgPr>
        <a:solidFill>
          <a:srgbClr val="18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ar-echo-1 Layout"/>
          <p:cNvSpPr/>
          <p:nvPr/>
        </p:nvSpPr>
        <p:spPr>
          <a:xfrm>
            <a:off x="2857500" y="3619500"/>
            <a:ext cx="1143000" cy="1524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3" name="pillar-echo-2 Layout"/>
          <p:cNvSpPr/>
          <p:nvPr/>
        </p:nvSpPr>
        <p:spPr>
          <a:xfrm>
            <a:off x="5334000" y="1428750"/>
            <a:ext cx="1333500" cy="13335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" name="pillar-echo-3 Layout"/>
          <p:cNvSpPr/>
          <p:nvPr/>
        </p:nvSpPr>
        <p:spPr>
          <a:xfrm>
            <a:off x="8096250" y="4000500"/>
            <a:ext cx="1238250" cy="142875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5" name="pillar-1 Layout"/>
          <p:cNvSpPr/>
          <p:nvPr/>
        </p:nvSpPr>
        <p:spPr>
          <a:xfrm>
            <a:off x="762000" y="4095750"/>
            <a:ext cx="2438400" cy="2762250"/>
          </a:xfrm>
          <a:prstGeom prst="rect">
            <a:avLst/>
          </a:prstGeom>
          <a:solidFill>
            <a:srgbClr val="FFFFFF">
              <a:alpha val="96000"/>
            </a:srgbClr>
          </a:solidFill>
          <a:ln>
            <a:noFill/>
          </a:ln>
        </p:spPr>
      </p:sp>
      <p:sp>
        <p:nvSpPr>
          <p:cNvPr id="6" name="pillar-2 Layout"/>
          <p:cNvSpPr/>
          <p:nvPr/>
        </p:nvSpPr>
        <p:spPr>
          <a:xfrm>
            <a:off x="3505200" y="1905000"/>
            <a:ext cx="2438400" cy="3810000"/>
          </a:xfrm>
          <a:prstGeom prst="rect">
            <a:avLst/>
          </a:prstGeom>
          <a:solidFill>
            <a:srgbClr val="FFFFFF">
              <a:alpha val="96000"/>
            </a:srgbClr>
          </a:solidFill>
          <a:ln>
            <a:noFill/>
          </a:ln>
        </p:spPr>
      </p:sp>
      <p:sp>
        <p:nvSpPr>
          <p:cNvPr id="7" name="pillar-3 Layout"/>
          <p:cNvSpPr/>
          <p:nvPr/>
        </p:nvSpPr>
        <p:spPr>
          <a:xfrm>
            <a:off x="6248400" y="4572000"/>
            <a:ext cx="2438400" cy="2286000"/>
          </a:xfrm>
          <a:prstGeom prst="rect">
            <a:avLst/>
          </a:prstGeom>
          <a:solidFill>
            <a:srgbClr val="FFFFFF">
              <a:alpha val="96000"/>
            </a:srgbClr>
          </a:solidFill>
          <a:ln>
            <a:noFill/>
          </a:ln>
        </p:spPr>
      </p:sp>
      <p:sp>
        <p:nvSpPr>
          <p:cNvPr id="8" name="pillar-4 Layout"/>
          <p:cNvSpPr/>
          <p:nvPr/>
        </p:nvSpPr>
        <p:spPr>
          <a:xfrm>
            <a:off x="8991600" y="1047750"/>
            <a:ext cx="2438400" cy="3429000"/>
          </a:xfrm>
          <a:prstGeom prst="rect">
            <a:avLst/>
          </a:prstGeom>
          <a:solidFill>
            <a:srgbClr val="FFFFFF">
              <a:alpha val="96000"/>
            </a:srgbClr>
          </a:solidFill>
          <a:ln>
            <a:noFill/>
          </a:ln>
        </p:spPr>
      </p:sp>
      <p:sp>
        <p:nvSpPr>
          <p:cNvPr id="9" name="kicker Placeholder"/>
          <p:cNvSpPr>
            <a:spLocks noGrp="1"/>
          </p:cNvSpPr>
          <p:nvPr>
            <p:ph type="body" idx="1"/>
          </p:nvPr>
        </p:nvSpPr>
        <p:spPr>
          <a:xfrm>
            <a:off x="762000" y="45720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lead Placeholder"/>
          <p:cNvSpPr>
            <a:spLocks noGrp="1"/>
          </p:cNvSpPr>
          <p:nvPr>
            <p:ph type="subTitle" idx="2"/>
          </p:nvPr>
        </p:nvSpPr>
        <p:spPr>
          <a:xfrm>
            <a:off x="762000" y="952500"/>
            <a:ext cx="2476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1" name="step-1 Placeholder"/>
          <p:cNvSpPr>
            <a:spLocks noGrp="1"/>
          </p:cNvSpPr>
          <p:nvPr>
            <p:ph type="body" idx="3"/>
          </p:nvPr>
        </p:nvSpPr>
        <p:spPr>
          <a:xfrm>
            <a:off x="952500" y="4286250"/>
            <a:ext cx="2057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b="1" dirty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step-2 Placeholder"/>
          <p:cNvSpPr>
            <a:spLocks noGrp="1"/>
          </p:cNvSpPr>
          <p:nvPr>
            <p:ph type="body" idx="4"/>
          </p:nvPr>
        </p:nvSpPr>
        <p:spPr>
          <a:xfrm>
            <a:off x="3695700" y="2095500"/>
            <a:ext cx="2057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b="1" dirty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step-3 Placeholder"/>
          <p:cNvSpPr>
            <a:spLocks noGrp="1"/>
          </p:cNvSpPr>
          <p:nvPr>
            <p:ph type="body" idx="5"/>
          </p:nvPr>
        </p:nvSpPr>
        <p:spPr>
          <a:xfrm>
            <a:off x="6438900" y="4762500"/>
            <a:ext cx="2057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b="1" dirty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step-4 Placeholder"/>
          <p:cNvSpPr>
            <a:spLocks noGrp="1"/>
          </p:cNvSpPr>
          <p:nvPr>
            <p:ph type="body" idx="6"/>
          </p:nvPr>
        </p:nvSpPr>
        <p:spPr>
          <a:xfrm>
            <a:off x="9182100" y="1238250"/>
            <a:ext cx="2057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b="1" dirty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body-left Placeholder"/>
          <p:cNvSpPr>
            <a:spLocks noGrp="1"/>
          </p:cNvSpPr>
          <p:nvPr>
            <p:ph type="body" idx="7"/>
          </p:nvPr>
        </p:nvSpPr>
        <p:spPr>
          <a:xfrm>
            <a:off x="3505200" y="5867400"/>
            <a:ext cx="24384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body-right Placeholder"/>
          <p:cNvSpPr>
            <a:spLocks noGrp="1"/>
          </p:cNvSpPr>
          <p:nvPr>
            <p:ph type="body" idx="8"/>
          </p:nvPr>
        </p:nvSpPr>
        <p:spPr>
          <a:xfrm>
            <a:off x="8991600" y="4667250"/>
            <a:ext cx="24384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folio Placeholder"/>
          <p:cNvSpPr>
            <a:spLocks noGrp="1"/>
          </p:cNvSpPr>
          <p:nvPr>
            <p:ph type="sldNum" idx="9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D8BFC16D-12E7-40F5-976D-34B47348DE18}" type="slidenum">
              <a:rPr lang="en-US" sz="105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7289256"/>
      </p:ext>
    </p:extLst>
  </p:cSld>
  <p:clrMapOvr>
    <a:masterClrMapping/>
  </p:clrMapOvr>
  <p:hf hdr="0" dt="0" ftr="0" sldNum="1"/>
</p:sldLayout>
</file>

<file path=ppt/slideLayouts/slideLayout2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 and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rule Layout"/>
          <p:cNvSpPr/>
          <p:nvPr/>
        </p:nvSpPr>
        <p:spPr>
          <a:xfrm>
            <a:off x="6096000" y="12573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38100">
            <a:solidFill>
              <a:srgbClr val="20262A"/>
            </a:solidFill>
          </a:ln>
        </p:spPr>
      </p:sp>
      <p:sp>
        <p:nvSpPr>
          <p:cNvPr id="3" name="phot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53340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kicker Placeholder"/>
          <p:cNvSpPr>
            <a:spLocks noGrp="1"/>
          </p:cNvSpPr>
          <p:nvPr>
            <p:ph type="body" idx="2"/>
          </p:nvPr>
        </p:nvSpPr>
        <p:spPr>
          <a:xfrm>
            <a:off x="6096000" y="4572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quote Placeholder"/>
          <p:cNvSpPr>
            <a:spLocks noGrp="1"/>
          </p:cNvSpPr>
          <p:nvPr>
            <p:ph type="body" idx="3"/>
          </p:nvPr>
        </p:nvSpPr>
        <p:spPr>
          <a:xfrm>
            <a:off x="6096000" y="1524000"/>
            <a:ext cx="5334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i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attribution Placeholder"/>
          <p:cNvSpPr>
            <a:spLocks noGrp="1"/>
          </p:cNvSpPr>
          <p:nvPr>
            <p:ph type="body" idx="4"/>
          </p:nvPr>
        </p:nvSpPr>
        <p:spPr>
          <a:xfrm>
            <a:off x="6096000" y="47625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spc="75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source Placeholder"/>
          <p:cNvSpPr>
            <a:spLocks noGrp="1"/>
          </p:cNvSpPr>
          <p:nvPr>
            <p:ph type="body" idx="5"/>
          </p:nvPr>
        </p:nvSpPr>
        <p:spPr>
          <a:xfrm>
            <a:off x="6096000" y="61341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E06F2B84-45F9-44CD-AF29-123FF17A5962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764928720"/>
      </p:ext>
    </p:extLst>
  </p:cSld>
  <p:clrMapOvr>
    <a:masterClrMapping/>
  </p:clrMapOvr>
  <p:hf hdr="0" dt="0" ftr="0" sldNum="1"/>
</p:sldLayout>
</file>

<file path=ppt/slideLayouts/slideLayout2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ic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rule Layout"/>
          <p:cNvSpPr/>
          <p:nvPr/>
        </p:nvSpPr>
        <p:spPr>
          <a:xfrm>
            <a:off x="762000" y="542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3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2"/>
          </p:nvPr>
        </p:nvSpPr>
        <p:spPr>
          <a:xfrm>
            <a:off x="762000" y="40386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3"/>
          </p:nvPr>
        </p:nvSpPr>
        <p:spPr>
          <a:xfrm>
            <a:off x="762000" y="49911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contact Placeholder"/>
          <p:cNvSpPr>
            <a:spLocks noGrp="1"/>
          </p:cNvSpPr>
          <p:nvPr>
            <p:ph type="body" idx="4"/>
          </p:nvPr>
        </p:nvSpPr>
        <p:spPr>
          <a:xfrm>
            <a:off x="762000" y="5562600"/>
            <a:ext cx="51816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closing Placeholder"/>
          <p:cNvSpPr>
            <a:spLocks noGrp="1"/>
          </p:cNvSpPr>
          <p:nvPr>
            <p:ph type="body" idx="5"/>
          </p:nvPr>
        </p:nvSpPr>
        <p:spPr>
          <a:xfrm>
            <a:off x="6248400" y="5562600"/>
            <a:ext cx="4000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3FC5DF2E-F3A8-4841-A87C-CA608444767C}" type="slidenum"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859665226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  <Relationship Id="rId28" Type="http://schemas.openxmlformats.org/officeDocument/2006/relationships/slideLayout" Target="../slideLayouts/slideLayout27.xml"/>
  <Relationship Id="rId29" Type="http://schemas.openxmlformats.org/officeDocument/2006/relationships/slideLayout" Target="../slideLayouts/slideLayout28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16:9 Editor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b1ff45b7438bc50a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b1ff45b7438bc50a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image" Target="../media/image_b1ff45b7438bc50a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  <Relationship Id="rId2" Type="http://schemas.openxmlformats.org/officeDocument/2006/relationships/image" Target="../media/image_b1ff45b7438bc50a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  <Relationship Id="rId2" Type="http://schemas.openxmlformats.org/officeDocument/2006/relationships/image" Target="../media/image_b1ff45b7438bc50a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7.xml"/>
  <Relationship Id="rId2" Type="http://schemas.openxmlformats.org/officeDocument/2006/relationships/image" Target="../media/image_b1ff45b7438bc50a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8.xml"/>
  <Relationship Id="rId2" Type="http://schemas.openxmlformats.org/officeDocument/2006/relationships/image" Target="../media/image_b1ff45b7438bc50a.png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hoto-shade"/>
          <p:cNvSpPr/>
          <p:nvPr/>
        </p:nvSpPr>
        <p:spPr>
          <a:xfrm>
            <a:off x="0" y="2857500"/>
            <a:ext cx="12192000" cy="4000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7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762000" y="4572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762000" y="3905250"/>
            <a:ext cx="9144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7" name="subtitle Placeholder Carrier"/>
          <p:cNvSpPr txBox="1"/>
          <p:nvPr>
            <p:ph type="subTitle" idx="4"/>
          </p:nvPr>
        </p:nvSpPr>
        <p:spPr>
          <a:xfrm>
            <a:off x="762000" y="5619750"/>
            <a:ext cx="7239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edition Placeholder Carrier"/>
          <p:cNvSpPr txBox="1"/>
          <p:nvPr>
            <p:ph type="dt" idx="5"/>
          </p:nvPr>
        </p:nvSpPr>
        <p:spPr>
          <a:xfrm>
            <a:off x="762000" y="6248400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spc="1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hoto-shade"/>
          <p:cNvSpPr/>
          <p:nvPr/>
        </p:nvSpPr>
        <p:spPr>
          <a:xfrm>
            <a:off x="0" y="2476500"/>
            <a:ext cx="12192000" cy="4381500"/>
          </a:xfrm>
          <a:prstGeom prst="rect">
            <a:avLst/>
          </a:prstGeom>
          <a:gradFill>
            <a:gsLst>
              <a:gs pos="0">
                <a:srgbClr val="000000">
                  <a:alpha val="5000"/>
                </a:srgbClr>
              </a:gs>
              <a:gs pos="100000">
                <a:srgbClr val="000000">
                  <a:alpha val="80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chapter-number Placeholder Carrier"/>
          <p:cNvSpPr txBox="1"/>
          <p:nvPr>
            <p:ph type="body" idx="2"/>
          </p:nvPr>
        </p:nvSpPr>
        <p:spPr>
          <a:xfrm>
            <a:off x="762000" y="495300"/>
            <a:ext cx="3810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762000" y="4476750"/>
            <a:ext cx="9144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description Placeholder Carrier"/>
          <p:cNvSpPr txBox="1"/>
          <p:nvPr>
            <p:ph type="body" idx="4"/>
          </p:nvPr>
        </p:nvSpPr>
        <p:spPr>
          <a:xfrm>
            <a:off x="762000" y="58102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Chapter Desc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icker Placeholder Carrier"/>
          <p:cNvSpPr txBox="1"/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10" name="title Placeholder Carrier"/>
          <p:cNvSpPr txBox="1"/>
          <p:nvPr>
            <p:ph type="title" idx="2"/>
          </p:nvPr>
        </p:nvSpPr>
        <p:spPr>
          <a:xfrm>
            <a:off x="762000" y="1181100"/>
            <a:ext cx="10668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7200" b="1" spc="-1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1" name="lead Placeholder Carrier"/>
          <p:cNvSpPr txBox="1"/>
          <p:nvPr>
            <p:ph type="subTitle" idx="3"/>
          </p:nvPr>
        </p:nvSpPr>
        <p:spPr>
          <a:xfrm>
            <a:off x="6248400" y="4724400"/>
            <a:ext cx="5181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12" name="main-copy Placeholder Carrier"/>
          <p:cNvSpPr txBox="1"/>
          <p:nvPr>
            <p:ph type="body" idx="4"/>
          </p:nvPr>
        </p:nvSpPr>
        <p:spPr>
          <a:xfrm>
            <a:off x="762000" y="4724400"/>
            <a:ext cx="51816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3" name="folio Placeholder Carrier"/>
          <p:cNvSpPr txBox="1"/>
          <p:nvPr>
            <p:ph type="sldNum" idx="5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762000" y="1028700"/>
            <a:ext cx="10668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3"/>
          </p:nvPr>
        </p:nvSpPr>
        <p:spPr>
          <a:xfrm>
            <a:off x="762000" y="215265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body-left Placeholder Carrier"/>
          <p:cNvSpPr txBox="1"/>
          <p:nvPr>
            <p:ph type="body" idx="4"/>
          </p:nvPr>
        </p:nvSpPr>
        <p:spPr>
          <a:xfrm>
            <a:off x="762000" y="2914650"/>
            <a:ext cx="5181600" cy="291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9" name="body-right Placeholder Carrier"/>
          <p:cNvSpPr txBox="1"/>
          <p:nvPr>
            <p:ph type="body" idx="5"/>
          </p:nvPr>
        </p:nvSpPr>
        <p:spPr>
          <a:xfrm>
            <a:off x="6248400" y="2914650"/>
            <a:ext cx="5181600" cy="291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0" name="source Placeholder Carrier"/>
          <p:cNvSpPr txBox="1"/>
          <p:nvPr>
            <p:ph type="body" idx="6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folio Placeholder Carrier"/>
          <p:cNvSpPr txBox="1"/>
          <p:nvPr>
            <p:ph type="sldNum" idx="7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3"/>
          </p:nvPr>
        </p:nvSpPr>
        <p:spPr>
          <a:xfrm>
            <a:off x="762000" y="2038350"/>
            <a:ext cx="7010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context Placeholder Carrier"/>
          <p:cNvSpPr txBox="1"/>
          <p:nvPr>
            <p:ph type="body" idx="4"/>
          </p:nvPr>
        </p:nvSpPr>
        <p:spPr>
          <a:xfrm>
            <a:off x="8077200" y="2038350"/>
            <a:ext cx="335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grpSp>
        <p:nvGrpSpPr>
          <p:cNvPr id="11" name="exhibit Proxy Content"/>
          <p:cNvGrpSpPr/>
          <p:nvPr/>
        </p:nvGrpSpPr>
        <p:grpSpPr>
          <a:xfrm>
            <a:off x="752856" y="2914650"/>
            <a:ext cx="7019544" cy="2914650"/>
            <a:chOff x="752856" y="2914650"/>
            <a:chExt cx="7019544" cy="2914650"/>
          </a:xfrm>
        </p:grpSpPr>
        <p:sp>
          <p:nvSpPr>
            <p:cNvPr id="9" name="Rectangle 9"/>
            <p:cNvSpPr/>
            <p:nvPr/>
          </p:nvSpPr>
          <p:spPr>
            <a:xfrm>
              <a:off x="762000" y="2914650"/>
              <a:ext cx="7010400" cy="2914650"/>
            </a:xfrm>
            <a:prstGeom prst="rect">
              <a:avLst/>
            </a:prstGeom>
            <a:solidFill>
              <a:srgbClr val="F1F2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2933700"/>
              <a:ext cx="24373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2696D"/>
                  </a:solidFill>
                  <a:latin typeface="Arial"/>
                  <a:ea typeface="Arial"/>
                  <a:cs typeface="Arial"/>
                </a:rPr>
                <a:t>{{CONTENT_AREA}}</a:t>
              </a:r>
            </a:p>
          </p:txBody>
        </p:sp>
      </p:grpSp>
      <p:sp>
        <p:nvSpPr>
          <p:cNvPr id="12" name="annotation Placeholder Carrier"/>
          <p:cNvSpPr txBox="1"/>
          <p:nvPr>
            <p:ph type="body" idx="6"/>
          </p:nvPr>
        </p:nvSpPr>
        <p:spPr>
          <a:xfrm>
            <a:off x="8077200" y="2914650"/>
            <a:ext cx="3352800" cy="291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Sidebar</a:t>
            </a:r>
          </a:p>
        </p:txBody>
      </p:sp>
      <p:sp>
        <p:nvSpPr>
          <p:cNvPr id="13" name="source Placeholder Carrier"/>
          <p:cNvSpPr txBox="1"/>
          <p:nvPr>
            <p:ph type="body" idx="7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4" name="folio Placeholder Carrier"/>
          <p:cNvSpPr txBox="1"/>
          <p:nvPr>
            <p:ph type="sldNum" idx="8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Placeholder Binding obj 5" hidden="1"/>
          <p:cNvSpPr>
            <a:spLocks noGrp="1"/>
          </p:cNvSpPr>
          <p:nvPr>
            <p:ph type="obj" idx="5"/>
          </p:nvPr>
        </p:nvSpPr>
        <p:spPr>
          <a:xfrm>
            <a:off x="762000" y="2914650"/>
            <a:ext cx="7010400" cy="2914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 Placeholder Carrier"/>
          <p:cNvSpPr txBox="1"/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8" name="title Placeholder Carrier"/>
          <p:cNvSpPr txBox="1"/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9" name="label-left Placeholder Carrier"/>
          <p:cNvSpPr txBox="1"/>
          <p:nvPr>
            <p:ph type="body" idx="3"/>
          </p:nvPr>
        </p:nvSpPr>
        <p:spPr>
          <a:xfrm>
            <a:off x="762000" y="2190750"/>
            <a:ext cx="5181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Label Left</a:t>
            </a:r>
          </a:p>
        </p:txBody>
      </p:sp>
      <p:sp>
        <p:nvSpPr>
          <p:cNvPr id="10" name="label-right Placeholder Carrier"/>
          <p:cNvSpPr txBox="1"/>
          <p:nvPr>
            <p:ph type="body" idx="4"/>
          </p:nvPr>
        </p:nvSpPr>
        <p:spPr>
          <a:xfrm>
            <a:off x="6248400" y="2190750"/>
            <a:ext cx="5181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Label Right</a:t>
            </a:r>
          </a:p>
        </p:txBody>
      </p:sp>
      <p:sp>
        <p:nvSpPr>
          <p:cNvPr id="11" name="left-1 Placeholder Carrier"/>
          <p:cNvSpPr txBox="1"/>
          <p:nvPr>
            <p:ph type="body" idx="5"/>
          </p:nvPr>
        </p:nvSpPr>
        <p:spPr>
          <a:xfrm>
            <a:off x="762000" y="28956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1</a:t>
            </a:r>
          </a:p>
        </p:txBody>
      </p:sp>
      <p:sp>
        <p:nvSpPr>
          <p:cNvPr id="12" name="right-1 Placeholder Carrier"/>
          <p:cNvSpPr txBox="1"/>
          <p:nvPr>
            <p:ph type="body" idx="6"/>
          </p:nvPr>
        </p:nvSpPr>
        <p:spPr>
          <a:xfrm>
            <a:off x="6248400" y="28956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1</a:t>
            </a:r>
          </a:p>
        </p:txBody>
      </p:sp>
      <p:sp>
        <p:nvSpPr>
          <p:cNvPr id="13" name="left-2 Placeholder Carrier"/>
          <p:cNvSpPr txBox="1"/>
          <p:nvPr>
            <p:ph type="body" idx="7"/>
          </p:nvPr>
        </p:nvSpPr>
        <p:spPr>
          <a:xfrm>
            <a:off x="762000" y="40005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2</a:t>
            </a:r>
          </a:p>
        </p:txBody>
      </p:sp>
      <p:sp>
        <p:nvSpPr>
          <p:cNvPr id="14" name="right-2 Placeholder Carrier"/>
          <p:cNvSpPr txBox="1"/>
          <p:nvPr>
            <p:ph type="body" idx="8"/>
          </p:nvPr>
        </p:nvSpPr>
        <p:spPr>
          <a:xfrm>
            <a:off x="6248400" y="40005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2</a:t>
            </a:r>
          </a:p>
        </p:txBody>
      </p:sp>
      <p:sp>
        <p:nvSpPr>
          <p:cNvPr id="15" name="left-3 Placeholder Carrier"/>
          <p:cNvSpPr txBox="1"/>
          <p:nvPr>
            <p:ph type="body" idx="9"/>
          </p:nvPr>
        </p:nvSpPr>
        <p:spPr>
          <a:xfrm>
            <a:off x="762000" y="50673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3</a:t>
            </a:r>
          </a:p>
        </p:txBody>
      </p:sp>
      <p:sp>
        <p:nvSpPr>
          <p:cNvPr id="16" name="right-3 Placeholder Carrier"/>
          <p:cNvSpPr txBox="1"/>
          <p:nvPr>
            <p:ph type="body" idx="10"/>
          </p:nvPr>
        </p:nvSpPr>
        <p:spPr>
          <a:xfrm>
            <a:off x="6248400" y="5067300"/>
            <a:ext cx="51816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3</a:t>
            </a:r>
          </a:p>
        </p:txBody>
      </p:sp>
      <p:sp>
        <p:nvSpPr>
          <p:cNvPr id="17" name="source Placeholder Carrier"/>
          <p:cNvSpPr txBox="1"/>
          <p:nvPr>
            <p:ph type="body" idx="11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8" name="folio Placeholder Carrier"/>
          <p:cNvSpPr txBox="1"/>
          <p:nvPr>
            <p:ph type="sldNum" idx="12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Placeholder Carrier"/>
          <p:cNvSpPr txBox="1"/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4" name="title Placeholder Carrier"/>
          <p:cNvSpPr txBox="1"/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5" name="lead Placeholder Carrier"/>
          <p:cNvSpPr txBox="1"/>
          <p:nvPr>
            <p:ph type="subTitle" idx="3"/>
          </p:nvPr>
        </p:nvSpPr>
        <p:spPr>
          <a:xfrm>
            <a:off x="762000" y="20383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grpSp>
        <p:nvGrpSpPr>
          <p:cNvPr id="13" name="information Proxy Content"/>
          <p:cNvGrpSpPr/>
          <p:nvPr/>
        </p:nvGrpSpPr>
        <p:grpSpPr>
          <a:xfrm>
            <a:off x="755142" y="2686050"/>
            <a:ext cx="10674858" cy="3133725"/>
            <a:chOff x="755142" y="2686050"/>
            <a:chExt cx="10674858" cy="3133725"/>
          </a:xfrm>
        </p:grpSpPr>
        <p:sp>
          <p:nvSpPr>
            <p:cNvPr id="6" name="Line 6"/>
            <p:cNvSpPr/>
            <p:nvPr/>
          </p:nvSpPr>
          <p:spPr>
            <a:xfrm>
              <a:off x="762000" y="26860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28575">
              <a:solidFill>
                <a:srgbClr val="70777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142" y="2825750"/>
              <a:ext cx="1828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{{CONTENT_AREA}}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3143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70777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3714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C8CCC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2000" y="4381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C8CCC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2000" y="5048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C8CCC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" y="5810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70777B"/>
              </a:solidFill>
            </a:ln>
          </p:spPr>
        </p:sp>
      </p:grpSp>
      <p:sp>
        <p:nvSpPr>
          <p:cNvPr id="14" name="source Placeholder Carrier"/>
          <p:cNvSpPr txBox="1"/>
          <p:nvPr>
            <p:ph type="body" idx="5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5" name="folio Placeholder Carrier"/>
          <p:cNvSpPr txBox="1"/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762000" y="2667000"/>
            <a:ext cx="10668000" cy="31623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icker Placeholder Carrier"/>
          <p:cNvSpPr txBox="1"/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10" name="title Placeholder Carrier"/>
          <p:cNvSpPr txBox="1"/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1" name="time-1 Placeholder Carrier"/>
          <p:cNvSpPr txBox="1"/>
          <p:nvPr>
            <p:ph type="body" idx="3"/>
          </p:nvPr>
        </p:nvSpPr>
        <p:spPr>
          <a:xfrm>
            <a:off x="762000" y="3048000"/>
            <a:ext cx="2438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1</a:t>
            </a:r>
          </a:p>
        </p:txBody>
      </p:sp>
      <p:sp>
        <p:nvSpPr>
          <p:cNvPr id="12" name="event-1 Placeholder Carrier"/>
          <p:cNvSpPr txBox="1"/>
          <p:nvPr>
            <p:ph type="body" idx="4"/>
          </p:nvPr>
        </p:nvSpPr>
        <p:spPr>
          <a:xfrm>
            <a:off x="762000" y="3733800"/>
            <a:ext cx="24384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1</a:t>
            </a:r>
          </a:p>
        </p:txBody>
      </p:sp>
      <p:sp>
        <p:nvSpPr>
          <p:cNvPr id="13" name="time-2 Placeholder Carrier"/>
          <p:cNvSpPr txBox="1"/>
          <p:nvPr>
            <p:ph type="body" idx="5"/>
          </p:nvPr>
        </p:nvSpPr>
        <p:spPr>
          <a:xfrm>
            <a:off x="3505200" y="3048000"/>
            <a:ext cx="2438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2</a:t>
            </a:r>
          </a:p>
        </p:txBody>
      </p:sp>
      <p:sp>
        <p:nvSpPr>
          <p:cNvPr id="14" name="event-2 Placeholder Carrier"/>
          <p:cNvSpPr txBox="1"/>
          <p:nvPr>
            <p:ph type="body" idx="6"/>
          </p:nvPr>
        </p:nvSpPr>
        <p:spPr>
          <a:xfrm>
            <a:off x="3505200" y="3733800"/>
            <a:ext cx="24384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2</a:t>
            </a:r>
          </a:p>
        </p:txBody>
      </p:sp>
      <p:sp>
        <p:nvSpPr>
          <p:cNvPr id="15" name="time-3 Placeholder Carrier"/>
          <p:cNvSpPr txBox="1"/>
          <p:nvPr>
            <p:ph type="body" idx="7"/>
          </p:nvPr>
        </p:nvSpPr>
        <p:spPr>
          <a:xfrm>
            <a:off x="6248400" y="3048000"/>
            <a:ext cx="2438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3</a:t>
            </a:r>
          </a:p>
        </p:txBody>
      </p:sp>
      <p:sp>
        <p:nvSpPr>
          <p:cNvPr id="16" name="event-3 Placeholder Carrier"/>
          <p:cNvSpPr txBox="1"/>
          <p:nvPr>
            <p:ph type="body" idx="8"/>
          </p:nvPr>
        </p:nvSpPr>
        <p:spPr>
          <a:xfrm>
            <a:off x="6248400" y="3733800"/>
            <a:ext cx="24384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3</a:t>
            </a:r>
          </a:p>
        </p:txBody>
      </p:sp>
      <p:sp>
        <p:nvSpPr>
          <p:cNvPr id="17" name="time-4 Placeholder Carrier"/>
          <p:cNvSpPr txBox="1"/>
          <p:nvPr>
            <p:ph type="body" idx="9"/>
          </p:nvPr>
        </p:nvSpPr>
        <p:spPr>
          <a:xfrm>
            <a:off x="8991600" y="3048000"/>
            <a:ext cx="2438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4</a:t>
            </a:r>
          </a:p>
        </p:txBody>
      </p:sp>
      <p:sp>
        <p:nvSpPr>
          <p:cNvPr id="18" name="event-4 Placeholder Carrier"/>
          <p:cNvSpPr txBox="1"/>
          <p:nvPr>
            <p:ph type="body" idx="10"/>
          </p:nvPr>
        </p:nvSpPr>
        <p:spPr>
          <a:xfrm>
            <a:off x="8991600" y="3733800"/>
            <a:ext cx="24384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4</a:t>
            </a:r>
          </a:p>
        </p:txBody>
      </p:sp>
      <p:sp>
        <p:nvSpPr>
          <p:cNvPr id="19" name="source Placeholder Carrier"/>
          <p:cNvSpPr txBox="1"/>
          <p:nvPr>
            <p:ph type="body" idx="11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0" name="folio Placeholder Carrier"/>
          <p:cNvSpPr txBox="1"/>
          <p:nvPr>
            <p:ph type="sldNum" idx="12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 Placeholder Carrier"/>
          <p:cNvSpPr txBox="1"/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7" name="title Placeholder Carrier"/>
          <p:cNvSpPr txBox="1"/>
          <p:nvPr>
            <p:ph type="title" idx="2"/>
          </p:nvPr>
        </p:nvSpPr>
        <p:spPr>
          <a:xfrm>
            <a:off x="762000" y="1028700"/>
            <a:ext cx="10668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8" name="main-copy Placeholder Carrier"/>
          <p:cNvSpPr txBox="1"/>
          <p:nvPr>
            <p:ph type="body" idx="3"/>
          </p:nvPr>
        </p:nvSpPr>
        <p:spPr>
          <a:xfrm>
            <a:off x="762000" y="2190750"/>
            <a:ext cx="7010400" cy="3638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9" name="note-1 Placeholder Carrier"/>
          <p:cNvSpPr txBox="1"/>
          <p:nvPr>
            <p:ph type="body" idx="4"/>
          </p:nvPr>
        </p:nvSpPr>
        <p:spPr>
          <a:xfrm>
            <a:off x="8077200" y="2190750"/>
            <a:ext cx="33528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Note 1</a:t>
            </a:r>
          </a:p>
        </p:txBody>
      </p:sp>
      <p:sp>
        <p:nvSpPr>
          <p:cNvPr id="10" name="pull-quote Placeholder Carrier"/>
          <p:cNvSpPr txBox="1"/>
          <p:nvPr>
            <p:ph type="body" idx="5"/>
          </p:nvPr>
        </p:nvSpPr>
        <p:spPr>
          <a:xfrm>
            <a:off x="8077200" y="462915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i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1" name="source Placeholder Carrier"/>
          <p:cNvSpPr txBox="1"/>
          <p:nvPr>
            <p:ph type="body" idx="6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2" name="folio Placeholder Carrier"/>
          <p:cNvSpPr txBox="1"/>
          <p:nvPr>
            <p:ph type="sldNum" idx="7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hot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kicker Placeholder Carrier"/>
          <p:cNvSpPr txBox="1"/>
          <p:nvPr>
            <p:ph type="body" idx="2"/>
          </p:nvPr>
        </p:nvSpPr>
        <p:spPr>
          <a:xfrm>
            <a:off x="762000" y="457200"/>
            <a:ext cx="5029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5" name="title Placeholder Carrier"/>
          <p:cNvSpPr txBox="1"/>
          <p:nvPr>
            <p:ph type="title" idx="3"/>
          </p:nvPr>
        </p:nvSpPr>
        <p:spPr>
          <a:xfrm>
            <a:off x="762000" y="990600"/>
            <a:ext cx="5029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lead Placeholder Carrier"/>
          <p:cNvSpPr txBox="1"/>
          <p:nvPr>
            <p:ph type="subTitle" idx="4"/>
          </p:nvPr>
        </p:nvSpPr>
        <p:spPr>
          <a:xfrm>
            <a:off x="762000" y="2667000"/>
            <a:ext cx="50292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7" name="main-copy Placeholder Carrier"/>
          <p:cNvSpPr txBox="1"/>
          <p:nvPr>
            <p:ph type="body" idx="5"/>
          </p:nvPr>
        </p:nvSpPr>
        <p:spPr>
          <a:xfrm>
            <a:off x="762000" y="348615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8" name="source Placeholder Carrier"/>
          <p:cNvSpPr txBox="1"/>
          <p:nvPr>
            <p:ph type="body" idx="6"/>
          </p:nvPr>
        </p:nvSpPr>
        <p:spPr>
          <a:xfrm>
            <a:off x="762000" y="61341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7"/>
          </p:nvPr>
        </p:nvSpPr>
        <p:spPr>
          <a:xfrm>
            <a:off x="48387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hoto-wide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4744" r="0" b="14743"/>
          <a:stretch>
            <a:fillRect/>
          </a:stretch>
        </p:blipFill>
        <p:spPr>
          <a:xfrm>
            <a:off x="0" y="0"/>
            <a:ext cx="5943600" cy="4191000"/>
          </a:xfrm>
          <a:prstGeom prst="rect">
            <a:avLst/>
          </a:prstGeom>
        </p:spPr>
      </p:pic>
      <p:pic>
        <p:nvPicPr>
          <p:cNvPr id="4" name="photo-mid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13636" t="0" r="13637" b="0"/>
          <a:stretch>
            <a:fillRect/>
          </a:stretch>
        </p:blipFill>
        <p:spPr>
          <a:xfrm>
            <a:off x="6096000" y="0"/>
            <a:ext cx="3048000" cy="4191000"/>
          </a:xfrm>
          <a:prstGeom prst="rect">
            <a:avLst/>
          </a:prstGeom>
        </p:spPr>
      </p:pic>
      <p:pic>
        <p:nvPicPr>
          <p:cNvPr id="5" name="photo-edge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15454" t="0" r="15455" b="0"/>
          <a:stretch>
            <a:fillRect/>
          </a:stretch>
        </p:blipFill>
        <p:spPr>
          <a:xfrm>
            <a:off x="9296400" y="0"/>
            <a:ext cx="2895600" cy="4191000"/>
          </a:xfrm>
          <a:prstGeom prst="rect">
            <a:avLst/>
          </a:prstGeom>
        </p:spPr>
      </p:pic>
      <p:sp>
        <p:nvSpPr>
          <p:cNvPr id="6" name="title Placeholder Carrier"/>
          <p:cNvSpPr txBox="1"/>
          <p:nvPr>
            <p:ph type="title" idx="4"/>
          </p:nvPr>
        </p:nvSpPr>
        <p:spPr>
          <a:xfrm>
            <a:off x="762000" y="447675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5"/>
          </p:nvPr>
        </p:nvSpPr>
        <p:spPr>
          <a:xfrm>
            <a:off x="762000" y="52959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source Placeholder Carrier"/>
          <p:cNvSpPr txBox="1"/>
          <p:nvPr>
            <p:ph type="body" idx="6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7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 Placeholder Carrier"/>
          <p:cNvSpPr txBox="1"/>
          <p:nvPr>
            <p:ph type="body" idx="1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11" name="title Placeholder Carrier"/>
          <p:cNvSpPr txBox="1"/>
          <p:nvPr>
            <p:ph type="title" idx="2"/>
          </p:nvPr>
        </p:nvSpPr>
        <p:spPr>
          <a:xfrm>
            <a:off x="762000" y="9906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2" name="lead Placeholder Carrier"/>
          <p:cNvSpPr txBox="1"/>
          <p:nvPr>
            <p:ph type="subTitle" idx="3"/>
          </p:nvPr>
        </p:nvSpPr>
        <p:spPr>
          <a:xfrm>
            <a:off x="762000" y="20383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13" name="metric-1 Placeholder Carrier"/>
          <p:cNvSpPr txBox="1"/>
          <p:nvPr>
            <p:ph type="body" idx="4"/>
          </p:nvPr>
        </p:nvSpPr>
        <p:spPr>
          <a:xfrm>
            <a:off x="762000" y="300990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Metric 1</a:t>
            </a:r>
          </a:p>
        </p:txBody>
      </p:sp>
      <p:sp>
        <p:nvSpPr>
          <p:cNvPr id="14" name="metric-label-1 Placeholder Carrier"/>
          <p:cNvSpPr txBox="1"/>
          <p:nvPr>
            <p:ph type="body" idx="5"/>
          </p:nvPr>
        </p:nvSpPr>
        <p:spPr>
          <a:xfrm>
            <a:off x="762000" y="4343400"/>
            <a:ext cx="2438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Label 1</a:t>
            </a:r>
          </a:p>
        </p:txBody>
      </p:sp>
      <p:sp>
        <p:nvSpPr>
          <p:cNvPr id="15" name="metric-2 Placeholder Carrier"/>
          <p:cNvSpPr txBox="1"/>
          <p:nvPr>
            <p:ph type="body" idx="6"/>
          </p:nvPr>
        </p:nvSpPr>
        <p:spPr>
          <a:xfrm>
            <a:off x="3505200" y="300990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Metric 2</a:t>
            </a:r>
          </a:p>
        </p:txBody>
      </p:sp>
      <p:sp>
        <p:nvSpPr>
          <p:cNvPr id="16" name="metric-label-2 Placeholder Carrier"/>
          <p:cNvSpPr txBox="1"/>
          <p:nvPr>
            <p:ph type="body" idx="7"/>
          </p:nvPr>
        </p:nvSpPr>
        <p:spPr>
          <a:xfrm>
            <a:off x="3505200" y="4343400"/>
            <a:ext cx="2438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Label 2</a:t>
            </a:r>
          </a:p>
        </p:txBody>
      </p:sp>
      <p:sp>
        <p:nvSpPr>
          <p:cNvPr id="17" name="metric-3 Placeholder Carrier"/>
          <p:cNvSpPr txBox="1"/>
          <p:nvPr>
            <p:ph type="body" idx="8"/>
          </p:nvPr>
        </p:nvSpPr>
        <p:spPr>
          <a:xfrm>
            <a:off x="6248400" y="300990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Metric 3</a:t>
            </a:r>
          </a:p>
        </p:txBody>
      </p:sp>
      <p:sp>
        <p:nvSpPr>
          <p:cNvPr id="18" name="metric-label-3 Placeholder Carrier"/>
          <p:cNvSpPr txBox="1"/>
          <p:nvPr>
            <p:ph type="body" idx="9"/>
          </p:nvPr>
        </p:nvSpPr>
        <p:spPr>
          <a:xfrm>
            <a:off x="6248400" y="4343400"/>
            <a:ext cx="2438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Label 3</a:t>
            </a:r>
          </a:p>
        </p:txBody>
      </p:sp>
      <p:sp>
        <p:nvSpPr>
          <p:cNvPr id="19" name="metric-4 Placeholder Carrier"/>
          <p:cNvSpPr txBox="1"/>
          <p:nvPr>
            <p:ph type="body" idx="10"/>
          </p:nvPr>
        </p:nvSpPr>
        <p:spPr>
          <a:xfrm>
            <a:off x="8991600" y="300990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Metric 4</a:t>
            </a:r>
          </a:p>
        </p:txBody>
      </p:sp>
      <p:sp>
        <p:nvSpPr>
          <p:cNvPr id="20" name="metric-label-4 Placeholder Carrier"/>
          <p:cNvSpPr txBox="1"/>
          <p:nvPr>
            <p:ph type="body" idx="11"/>
          </p:nvPr>
        </p:nvSpPr>
        <p:spPr>
          <a:xfrm>
            <a:off x="8991600" y="4343400"/>
            <a:ext cx="2438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Label 4</a:t>
            </a:r>
          </a:p>
        </p:txBody>
      </p:sp>
      <p:sp>
        <p:nvSpPr>
          <p:cNvPr id="21" name="source Placeholder Carrier"/>
          <p:cNvSpPr txBox="1"/>
          <p:nvPr>
            <p:ph type="body" idx="12"/>
          </p:nvPr>
        </p:nvSpPr>
        <p:spPr>
          <a:xfrm>
            <a:off x="762000" y="61341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2" name="folio Placeholder Carrier"/>
          <p:cNvSpPr txBox="1"/>
          <p:nvPr>
            <p:ph type="sldNum" idx="13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late"/>
          <p:cNvSpPr/>
          <p:nvPr/>
        </p:nvSpPr>
        <p:spPr>
          <a:xfrm>
            <a:off x="3429000" y="1428750"/>
            <a:ext cx="8001000" cy="4000500"/>
          </a:xfrm>
          <a:custGeom>
            <a:avLst/>
            <a:gdLst/>
            <a:ahLst/>
            <a:cxnLst/>
            <a:rect l="l" t="t" r="r" b="b"/>
            <a:pathLst>
              <a:path w="8001000" h="4000500">
                <a:moveTo>
                  <a:pt x="0" y="0"/>
                </a:moveTo>
                <a:lnTo>
                  <a:pt x="3771900" y="0"/>
                </a:lnTo>
                <a:cubicBezTo>
                  <a:pt x="3771900" y="126252"/>
                  <a:pt x="3874248" y="228600"/>
                  <a:pt x="4000500" y="228600"/>
                </a:cubicBezTo>
                <a:cubicBezTo>
                  <a:pt x="4126752" y="228600"/>
                  <a:pt x="4229100" y="126252"/>
                  <a:pt x="4229100" y="0"/>
                </a:cubicBezTo>
                <a:lnTo>
                  <a:pt x="8001000" y="0"/>
                </a:lnTo>
                <a:lnTo>
                  <a:pt x="8001000" y="4000500"/>
                </a:lnTo>
                <a:lnTo>
                  <a:pt x="4229100" y="4000500"/>
                </a:lnTo>
                <a:cubicBezTo>
                  <a:pt x="4229100" y="3874248"/>
                  <a:pt x="4126752" y="3771900"/>
                  <a:pt x="4000500" y="3771900"/>
                </a:cubicBezTo>
                <a:cubicBezTo>
                  <a:pt x="3874248" y="3771900"/>
                  <a:pt x="3771900" y="3874248"/>
                  <a:pt x="3771900" y="4000500"/>
                </a:cubicBezTo>
                <a:lnTo>
                  <a:pt x="0" y="40005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4000500" y="3143250"/>
            <a:ext cx="6858000" cy="9525"/>
          </a:xfrm>
          <a:custGeom>
            <a:avLst/>
            <a:gdLst/>
            <a:ahLst/>
            <a:cxnLst/>
            <a:rect l="l" t="t" r="r" b="b"/>
            <a:pathLst>
              <a:path w="6858000" h="9525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/>
          <a:ln w="14288">
            <a:solidFill>
              <a:srgbClr val="20262A">
                <a:alpha val="22000"/>
              </a:srgbClr>
            </a:solidFill>
          </a:ln>
        </p:spPr>
      </p:sp>
      <p:sp>
        <p:nvSpPr>
          <p:cNvPr id="6" name="kicker Placeholder Carrier"/>
          <p:cNvSpPr txBox="1"/>
          <p:nvPr>
            <p:ph type="body" idx="2"/>
          </p:nvPr>
        </p:nvSpPr>
        <p:spPr>
          <a:xfrm>
            <a:off x="762000" y="4572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7" name="title Placeholder Carrier"/>
          <p:cNvSpPr txBox="1"/>
          <p:nvPr>
            <p:ph type="title" idx="3"/>
          </p:nvPr>
        </p:nvSpPr>
        <p:spPr>
          <a:xfrm>
            <a:off x="4000500" y="1771650"/>
            <a:ext cx="6858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8" name="main-copy Placeholder Carrier"/>
          <p:cNvSpPr txBox="1"/>
          <p:nvPr>
            <p:ph type="body" idx="4"/>
          </p:nvPr>
        </p:nvSpPr>
        <p:spPr>
          <a:xfrm>
            <a:off x="4000500" y="3295650"/>
            <a:ext cx="685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9" name="source Placeholder Carrier"/>
          <p:cNvSpPr txBox="1"/>
          <p:nvPr>
            <p:ph type="body" idx="5"/>
          </p:nvPr>
        </p:nvSpPr>
        <p:spPr>
          <a:xfrm>
            <a:off x="762000" y="61341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0" name="folio Placeholder Carrier"/>
          <p:cNvSpPr txBox="1"/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veil-1"/>
          <p:cNvSpPr/>
          <p:nvPr/>
        </p:nvSpPr>
        <p:spPr>
          <a:xfrm>
            <a:off x="3810000" y="571500"/>
            <a:ext cx="3810000" cy="1143000"/>
          </a:xfrm>
          <a:prstGeom prst="rect">
            <a:avLst/>
          </a:prstGeom>
          <a:solidFill>
            <a:srgbClr val="18202C">
              <a:alpha val="34000"/>
            </a:srgbClr>
          </a:solidFill>
          <a:ln>
            <a:noFill/>
          </a:ln>
        </p:spPr>
      </p:sp>
      <p:sp>
        <p:nvSpPr>
          <p:cNvPr id="5" name="veil-2"/>
          <p:cNvSpPr/>
          <p:nvPr/>
        </p:nvSpPr>
        <p:spPr>
          <a:xfrm>
            <a:off x="381000" y="2381250"/>
            <a:ext cx="2857500" cy="1714500"/>
          </a:xfrm>
          <a:prstGeom prst="rect">
            <a:avLst/>
          </a:prstGeom>
          <a:solidFill>
            <a:srgbClr val="18202C">
              <a:alpha val="34000"/>
            </a:srgbClr>
          </a:solidFill>
          <a:ln>
            <a:noFill/>
          </a:ln>
        </p:spPr>
      </p:sp>
      <p:sp>
        <p:nvSpPr>
          <p:cNvPr id="6" name="veil-3"/>
          <p:cNvSpPr/>
          <p:nvPr/>
        </p:nvSpPr>
        <p:spPr>
          <a:xfrm>
            <a:off x="5715000" y="3619500"/>
            <a:ext cx="3429000" cy="1905000"/>
          </a:xfrm>
          <a:prstGeom prst="rect">
            <a:avLst/>
          </a:prstGeom>
          <a:solidFill>
            <a:srgbClr val="18202C">
              <a:alpha val="34000"/>
            </a:srgbClr>
          </a:solidFill>
          <a:ln>
            <a:noFill/>
          </a:ln>
        </p:spPr>
      </p:sp>
      <p:sp>
        <p:nvSpPr>
          <p:cNvPr id="7" name="glass-1"/>
          <p:cNvSpPr/>
          <p:nvPr/>
        </p:nvSpPr>
        <p:spPr>
          <a:xfrm>
            <a:off x="6096000" y="1143000"/>
            <a:ext cx="2286000" cy="1333500"/>
          </a:xfrm>
          <a:prstGeom prst="rect">
            <a:avLst/>
          </a:prstGeom>
          <a:solidFill>
            <a:srgbClr val="18202C">
              <a:alpha val="58000"/>
            </a:srgbClr>
          </a:solidFill>
          <a:ln>
            <a:noFill/>
          </a:ln>
        </p:spPr>
      </p:sp>
      <p:sp>
        <p:nvSpPr>
          <p:cNvPr id="8" name="glass-2"/>
          <p:cNvSpPr/>
          <p:nvPr/>
        </p:nvSpPr>
        <p:spPr>
          <a:xfrm>
            <a:off x="1143000" y="4191000"/>
            <a:ext cx="3048000" cy="1333500"/>
          </a:xfrm>
          <a:prstGeom prst="rect">
            <a:avLst/>
          </a:prstGeom>
          <a:solidFill>
            <a:srgbClr val="18202C">
              <a:alpha val="58000"/>
            </a:srgbClr>
          </a:solidFill>
          <a:ln>
            <a:noFill/>
          </a:ln>
        </p:spPr>
      </p:sp>
      <p:sp>
        <p:nvSpPr>
          <p:cNvPr id="9" name="glass-3"/>
          <p:cNvSpPr/>
          <p:nvPr/>
        </p:nvSpPr>
        <p:spPr>
          <a:xfrm>
            <a:off x="6667500" y="3810000"/>
            <a:ext cx="1905000" cy="1524000"/>
          </a:xfrm>
          <a:prstGeom prst="rect">
            <a:avLst/>
          </a:prstGeom>
          <a:solidFill>
            <a:srgbClr val="18202C">
              <a:alpha val="58000"/>
            </a:srgbClr>
          </a:solidFill>
          <a:ln>
            <a:noFill/>
          </a:ln>
        </p:spPr>
      </p:sp>
      <p:sp>
        <p:nvSpPr>
          <p:cNvPr id="10" name="cell-1"/>
          <p:cNvSpPr/>
          <p:nvPr/>
        </p:nvSpPr>
        <p:spPr>
          <a:xfrm>
            <a:off x="0" y="0"/>
            <a:ext cx="1676400" cy="1333500"/>
          </a:xfrm>
          <a:prstGeom prst="rect">
            <a:avLst/>
          </a:prstGeom>
          <a:solidFill>
            <a:srgbClr val="18202C"/>
          </a:solidFill>
          <a:ln>
            <a:noFill/>
          </a:ln>
        </p:spPr>
      </p:sp>
      <p:sp>
        <p:nvSpPr>
          <p:cNvPr id="11" name="cell-2"/>
          <p:cNvSpPr/>
          <p:nvPr/>
        </p:nvSpPr>
        <p:spPr>
          <a:xfrm>
            <a:off x="1676400" y="1333500"/>
            <a:ext cx="4572000" cy="1524000"/>
          </a:xfrm>
          <a:prstGeom prst="rect">
            <a:avLst/>
          </a:prstGeom>
          <a:solidFill>
            <a:srgbClr val="18202C"/>
          </a:solidFill>
          <a:ln>
            <a:noFill/>
          </a:ln>
        </p:spPr>
      </p:sp>
      <p:sp>
        <p:nvSpPr>
          <p:cNvPr id="12" name="cell-3"/>
          <p:cNvSpPr/>
          <p:nvPr/>
        </p:nvSpPr>
        <p:spPr>
          <a:xfrm>
            <a:off x="8382000" y="0"/>
            <a:ext cx="3810000" cy="3619500"/>
          </a:xfrm>
          <a:prstGeom prst="rect">
            <a:avLst/>
          </a:prstGeom>
          <a:solidFill>
            <a:srgbClr val="18202C"/>
          </a:solidFill>
          <a:ln>
            <a:noFill/>
          </a:ln>
        </p:spPr>
      </p:sp>
      <p:sp>
        <p:nvSpPr>
          <p:cNvPr id="13" name="cell-4"/>
          <p:cNvSpPr/>
          <p:nvPr/>
        </p:nvSpPr>
        <p:spPr>
          <a:xfrm>
            <a:off x="5334000" y="5334000"/>
            <a:ext cx="6858000" cy="1524000"/>
          </a:xfrm>
          <a:prstGeom prst="rect">
            <a:avLst/>
          </a:prstGeom>
          <a:solidFill>
            <a:srgbClr val="18202C"/>
          </a:solidFill>
          <a:ln>
            <a:noFill/>
          </a:ln>
        </p:spPr>
      </p:sp>
      <p:sp>
        <p:nvSpPr>
          <p:cNvPr id="14" name="cell-5"/>
          <p:cNvSpPr/>
          <p:nvPr/>
        </p:nvSpPr>
        <p:spPr>
          <a:xfrm>
            <a:off x="0" y="5715000"/>
            <a:ext cx="1676400" cy="1143000"/>
          </a:xfrm>
          <a:prstGeom prst="rect">
            <a:avLst/>
          </a:prstGeom>
          <a:solidFill>
            <a:srgbClr val="18202C"/>
          </a:solidFill>
          <a:ln>
            <a:noFill/>
          </a:ln>
        </p:spPr>
      </p:sp>
      <p:sp>
        <p:nvSpPr>
          <p:cNvPr id="15" name="cell-6"/>
          <p:cNvSpPr/>
          <p:nvPr/>
        </p:nvSpPr>
        <p:spPr>
          <a:xfrm>
            <a:off x="0" y="2857500"/>
            <a:ext cx="1143000" cy="1333500"/>
          </a:xfrm>
          <a:prstGeom prst="rect">
            <a:avLst/>
          </a:prstGeom>
          <a:solidFill>
            <a:srgbClr val="18202C"/>
          </a:solidFill>
          <a:ln>
            <a:noFill/>
          </a:ln>
        </p:spPr>
      </p:sp>
      <p:sp>
        <p:nvSpPr>
          <p:cNvPr id="16" name="arrow-ne"/>
          <p:cNvSpPr/>
          <p:nvPr/>
        </p:nvSpPr>
        <p:spPr>
          <a:xfrm>
            <a:off x="11239500" y="2990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285750"/>
                </a:moveTo>
                <a:lnTo>
                  <a:pt x="285750" y="0"/>
                </a:lnTo>
                <a:moveTo>
                  <a:pt x="57150" y="0"/>
                </a:moveTo>
                <a:lnTo>
                  <a:pt x="285750" y="0"/>
                </a:lnTo>
                <a:lnTo>
                  <a:pt x="285750" y="228600"/>
                </a:lnTo>
              </a:path>
            </a:pathLst>
          </a:custGeom>
          <a:noFill/>
          <a:ln w="23812">
            <a:solidFill>
              <a:srgbClr val="FFFFFF"/>
            </a:solidFill>
          </a:ln>
        </p:spPr>
      </p:sp>
      <p:sp>
        <p:nvSpPr>
          <p:cNvPr id="17" name="kicker Placeholder Carrier"/>
          <p:cNvSpPr txBox="1"/>
          <p:nvPr>
            <p:ph type="body" idx="2"/>
          </p:nvPr>
        </p:nvSpPr>
        <p:spPr>
          <a:xfrm>
            <a:off x="228600" y="3810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0" b="1" spc="75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18" name="title Placeholder Carrier"/>
          <p:cNvSpPr txBox="1"/>
          <p:nvPr>
            <p:ph type="title" idx="3"/>
          </p:nvPr>
        </p:nvSpPr>
        <p:spPr>
          <a:xfrm>
            <a:off x="1905000" y="1562100"/>
            <a:ext cx="419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9" name="main-copy Placeholder Carrier"/>
          <p:cNvSpPr txBox="1"/>
          <p:nvPr>
            <p:ph type="body" idx="4"/>
          </p:nvPr>
        </p:nvSpPr>
        <p:spPr>
          <a:xfrm>
            <a:off x="8610600" y="381000"/>
            <a:ext cx="25908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20" name="source Placeholder Carrier"/>
          <p:cNvSpPr txBox="1"/>
          <p:nvPr>
            <p:ph type="body" idx="5"/>
          </p:nvPr>
        </p:nvSpPr>
        <p:spPr>
          <a:xfrm>
            <a:off x="5562600" y="5562600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1" name="folio Placeholder Carrier"/>
          <p:cNvSpPr txBox="1"/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 Placeholder Carrier"/>
          <p:cNvSpPr txBox="1"/>
          <p:nvPr>
            <p:ph type="body" idx="1"/>
          </p:nvPr>
        </p:nvSpPr>
        <p:spPr>
          <a:xfrm>
            <a:off x="762000" y="45720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12" name="lead Placeholder Carrier"/>
          <p:cNvSpPr txBox="1"/>
          <p:nvPr>
            <p:ph type="subTitle" idx="2"/>
          </p:nvPr>
        </p:nvSpPr>
        <p:spPr>
          <a:xfrm>
            <a:off x="762000" y="952500"/>
            <a:ext cx="2476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13" name="step-1 Placeholder Carrier"/>
          <p:cNvSpPr txBox="1"/>
          <p:nvPr>
            <p:ph type="body" idx="3"/>
          </p:nvPr>
        </p:nvSpPr>
        <p:spPr>
          <a:xfrm>
            <a:off x="952500" y="4286250"/>
            <a:ext cx="2057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b="1" dirty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14" name="step-2 Placeholder Carrier"/>
          <p:cNvSpPr txBox="1"/>
          <p:nvPr>
            <p:ph type="body" idx="4"/>
          </p:nvPr>
        </p:nvSpPr>
        <p:spPr>
          <a:xfrm>
            <a:off x="3695700" y="2095500"/>
            <a:ext cx="2057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b="1" dirty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5" name="step-3 Placeholder Carrier"/>
          <p:cNvSpPr txBox="1"/>
          <p:nvPr>
            <p:ph type="body" idx="5"/>
          </p:nvPr>
        </p:nvSpPr>
        <p:spPr>
          <a:xfrm>
            <a:off x="6438900" y="4762500"/>
            <a:ext cx="2057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b="1" dirty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16" name="step-4 Placeholder Carrier"/>
          <p:cNvSpPr txBox="1"/>
          <p:nvPr>
            <p:ph type="body" idx="6"/>
          </p:nvPr>
        </p:nvSpPr>
        <p:spPr>
          <a:xfrm>
            <a:off x="9182100" y="1238250"/>
            <a:ext cx="2057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b="1" dirty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17" name="body-left Placeholder Carrier"/>
          <p:cNvSpPr txBox="1"/>
          <p:nvPr>
            <p:ph type="body" idx="7"/>
          </p:nvPr>
        </p:nvSpPr>
        <p:spPr>
          <a:xfrm>
            <a:off x="3505200" y="5867400"/>
            <a:ext cx="24384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18" name="body-right Placeholder Carrier"/>
          <p:cNvSpPr txBox="1"/>
          <p:nvPr>
            <p:ph type="body" idx="8"/>
          </p:nvPr>
        </p:nvSpPr>
        <p:spPr>
          <a:xfrm>
            <a:off x="8991600" y="4667250"/>
            <a:ext cx="24384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9" name="folio Placeholder Carrier"/>
          <p:cNvSpPr txBox="1"/>
          <p:nvPr>
            <p:ph type="sldNum" idx="9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DCE2E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hot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11111" t="0" r="11111" b="0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6096000" y="4572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quote Placeholder Carrier"/>
          <p:cNvSpPr txBox="1"/>
          <p:nvPr>
            <p:ph type="body" idx="3"/>
          </p:nvPr>
        </p:nvSpPr>
        <p:spPr>
          <a:xfrm>
            <a:off x="6096000" y="1524000"/>
            <a:ext cx="5334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3000" i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7" name="attribution Placeholder Carrier"/>
          <p:cNvSpPr txBox="1"/>
          <p:nvPr>
            <p:ph type="body" idx="4"/>
          </p:nvPr>
        </p:nvSpPr>
        <p:spPr>
          <a:xfrm>
            <a:off x="6096000" y="47625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200" spc="75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8" name="source Placeholder Carrier"/>
          <p:cNvSpPr txBox="1"/>
          <p:nvPr>
            <p:ph type="body" idx="5"/>
          </p:nvPr>
        </p:nvSpPr>
        <p:spPr>
          <a:xfrm>
            <a:off x="6096000" y="61341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34375" r="0" b="34375"/>
          <a:stretch>
            <a:fillRect/>
          </a:stretch>
        </p:blipFill>
        <p:spPr>
          <a:xfrm>
            <a:off x="0" y="0"/>
            <a:ext cx="12192000" cy="3810000"/>
          </a:xfrm>
          <a:prstGeom prst="rect">
            <a:avLst/>
          </a:prstGeom>
        </p:spPr>
      </p:pic>
      <p:sp>
        <p:nvSpPr>
          <p:cNvPr id="5" name="title Placeholder Carrier"/>
          <p:cNvSpPr txBox="1"/>
          <p:nvPr>
            <p:ph type="title" idx="2"/>
          </p:nvPr>
        </p:nvSpPr>
        <p:spPr>
          <a:xfrm>
            <a:off x="762000" y="40386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subtitle Placeholder Carrier"/>
          <p:cNvSpPr txBox="1"/>
          <p:nvPr>
            <p:ph type="subTitle" idx="3"/>
          </p:nvPr>
        </p:nvSpPr>
        <p:spPr>
          <a:xfrm>
            <a:off x="762000" y="49911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Ending Subtitle</a:t>
            </a:r>
          </a:p>
        </p:txBody>
      </p:sp>
      <p:sp>
        <p:nvSpPr>
          <p:cNvPr id="7" name="contact Placeholder Carrier"/>
          <p:cNvSpPr txBox="1"/>
          <p:nvPr>
            <p:ph type="body" idx="4"/>
          </p:nvPr>
        </p:nvSpPr>
        <p:spPr>
          <a:xfrm>
            <a:off x="762000" y="5562600"/>
            <a:ext cx="51816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Contact Info</a:t>
            </a:r>
          </a:p>
        </p:txBody>
      </p:sp>
      <p:sp>
        <p:nvSpPr>
          <p:cNvPr id="8" name="closing Placeholder Carrier"/>
          <p:cNvSpPr txBox="1"/>
          <p:nvPr>
            <p:ph type="body" idx="5"/>
          </p:nvPr>
        </p:nvSpPr>
        <p:spPr>
          <a:xfrm>
            <a:off x="6248400" y="5562600"/>
            <a:ext cx="4000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Closing Message</a:t>
            </a:r>
          </a:p>
        </p:txBody>
      </p:sp>
      <p:sp>
        <p:nvSpPr>
          <p:cNvPr id="9" name="folio Placeholder Carrier"/>
          <p:cNvSpPr txBox="1"/>
          <p:nvPr>
            <p:ph type="sldNum" idx="6"/>
          </p:nvPr>
        </p:nvSpPr>
        <p:spPr>
          <a:xfrm>
            <a:off x="10477500" y="62103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2026-10-24T03:00:24Z</dcterms:created>
  <dcterms:modified xsi:type="dcterms:W3CDTF">2026-10-24T03:00:24Z</dcterms:modified>
  <cp:category/>
  <cp:contentStatus/>
</cp:coreProperties>
</file>