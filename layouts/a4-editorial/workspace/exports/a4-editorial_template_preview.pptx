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1811000" cy="16706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spc="22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0763250"/>
            <a:ext cx="990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7200"/>
            </a:lvl1pPr>
          </a:lstStyle>
          <a:p>
            <a:pPr algn="l"/>
            <a:r>
              <a:rPr lang="en-US" sz="7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4"/>
          </p:nvPr>
        </p:nvSpPr>
        <p:spPr>
          <a:xfrm>
            <a:off x="952500" y="13620750"/>
            <a:ext cx="8191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edition Placeholder"/>
          <p:cNvSpPr>
            <a:spLocks noGrp="1"/>
          </p:cNvSpPr>
          <p:nvPr>
            <p:ph type="dt" idx="5"/>
          </p:nvPr>
        </p:nvSpPr>
        <p:spPr>
          <a:xfrm>
            <a:off x="952500" y="15525750"/>
            <a:ext cx="9906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B6B48C2-55A8-43F4-B069-F4875FD5B347}" type="datetimeFigureOut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357198214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chapter-numb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50"/>
            </a:lvl1pPr>
          </a:lstStyle>
          <a:p>
            <a:pPr algn="l" marL="0" indent="0">
              <a:buNone/>
            </a:pPr>
            <a:r>
              <a:rPr lang="en-US" sz="112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1525250"/>
            <a:ext cx="9906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300"/>
            </a:lvl1pPr>
          </a:lstStyle>
          <a:p>
            <a:pPr algn="l"/>
            <a:r>
              <a:rPr lang="en-US" sz="6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description Placeholder"/>
          <p:cNvSpPr>
            <a:spLocks noGrp="1"/>
          </p:cNvSpPr>
          <p:nvPr>
            <p:ph type="body" idx="4"/>
          </p:nvPr>
        </p:nvSpPr>
        <p:spPr>
          <a:xfrm>
            <a:off x="952500" y="14001750"/>
            <a:ext cx="80962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28538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-column 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952500" y="1476375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3" name="quote-rule Layout"/>
          <p:cNvSpPr/>
          <p:nvPr/>
        </p:nvSpPr>
        <p:spPr>
          <a:xfrm>
            <a:off x="952500" y="130492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75">
            <a:solidFill>
              <a:srgbClr val="70777B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143375"/>
            <a:ext cx="990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body-left Placeholder"/>
          <p:cNvSpPr>
            <a:spLocks noGrp="1"/>
          </p:cNvSpPr>
          <p:nvPr>
            <p:ph type="body" idx="4"/>
          </p:nvPr>
        </p:nvSpPr>
        <p:spPr>
          <a:xfrm>
            <a:off x="952500" y="5905500"/>
            <a:ext cx="4762500" cy="647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body-right Placeholder"/>
          <p:cNvSpPr>
            <a:spLocks noGrp="1"/>
          </p:cNvSpPr>
          <p:nvPr>
            <p:ph type="body" idx="5"/>
          </p:nvPr>
        </p:nvSpPr>
        <p:spPr>
          <a:xfrm>
            <a:off x="6096000" y="5905500"/>
            <a:ext cx="4762500" cy="647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6"/>
          </p:nvPr>
        </p:nvSpPr>
        <p:spPr>
          <a:xfrm>
            <a:off x="952500" y="1343025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2ECD71B0-23C2-4550-A7EB-5F8CA17E6286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87761333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in text and side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rule Layout"/>
          <p:cNvSpPr/>
          <p:nvPr/>
        </p:nvSpPr>
        <p:spPr>
          <a:xfrm>
            <a:off x="7810500" y="519112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70777B"/>
            </a:solidFill>
          </a:ln>
        </p:spPr>
      </p:sp>
      <p:sp>
        <p:nvSpPr>
          <p:cNvPr id="3" name="lower-rule Layout"/>
          <p:cNvSpPr/>
          <p:nvPr/>
        </p:nvSpPr>
        <p:spPr>
          <a:xfrm>
            <a:off x="952500" y="12620625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143375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main-copy Placeholder"/>
          <p:cNvSpPr>
            <a:spLocks noGrp="1"/>
          </p:cNvSpPr>
          <p:nvPr>
            <p:ph type="body" idx="4"/>
          </p:nvPr>
        </p:nvSpPr>
        <p:spPr>
          <a:xfrm>
            <a:off x="952500" y="5619750"/>
            <a:ext cx="6477000" cy="638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side-copy Placeholder"/>
          <p:cNvSpPr>
            <a:spLocks noGrp="1"/>
          </p:cNvSpPr>
          <p:nvPr>
            <p:ph type="body" idx="5"/>
          </p:nvPr>
        </p:nvSpPr>
        <p:spPr>
          <a:xfrm>
            <a:off x="7810500" y="5619750"/>
            <a:ext cx="3048000" cy="638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6"/>
          </p:nvPr>
        </p:nvSpPr>
        <p:spPr>
          <a:xfrm>
            <a:off x="952500" y="13239750"/>
            <a:ext cx="9906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36512DE-7C4C-4C82-9812-6F85ECF4E996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31804696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ottom-edg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9525000"/>
            <a:ext cx="11811000" cy="7181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952500" y="4095750"/>
            <a:ext cx="9906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body-left Placeholder"/>
          <p:cNvSpPr>
            <a:spLocks noGrp="1"/>
          </p:cNvSpPr>
          <p:nvPr>
            <p:ph type="body" idx="5"/>
          </p:nvPr>
        </p:nvSpPr>
        <p:spPr>
          <a:xfrm>
            <a:off x="9525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body-right Placeholder"/>
          <p:cNvSpPr>
            <a:spLocks noGrp="1"/>
          </p:cNvSpPr>
          <p:nvPr>
            <p:ph type="body" idx="6"/>
          </p:nvPr>
        </p:nvSpPr>
        <p:spPr>
          <a:xfrm>
            <a:off x="60960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caption Placeholder"/>
          <p:cNvSpPr>
            <a:spLocks noGrp="1"/>
          </p:cNvSpPr>
          <p:nvPr>
            <p:ph type="body" idx="7"/>
          </p:nvPr>
        </p:nvSpPr>
        <p:spPr>
          <a:xfrm>
            <a:off x="952500" y="15573375"/>
            <a:ext cx="8096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folio Placeholder"/>
          <p:cNvSpPr>
            <a:spLocks noGrp="1"/>
          </p:cNvSpPr>
          <p:nvPr>
            <p:ph type="sldNum" idx="8"/>
          </p:nvPr>
        </p:nvSpPr>
        <p:spPr>
          <a:xfrm>
            <a:off x="9906000" y="15573375"/>
            <a:ext cx="952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52CE0A96-7EEA-4694-ABF4-A80D44D840EF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39262215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height sid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6096000" y="0"/>
            <a:ext cx="5715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4191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2476500"/>
            <a:ext cx="4191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952500" y="6096000"/>
            <a:ext cx="4191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main-copy Placeholder"/>
          <p:cNvSpPr>
            <a:spLocks noGrp="1"/>
          </p:cNvSpPr>
          <p:nvPr>
            <p:ph type="body" idx="5"/>
          </p:nvPr>
        </p:nvSpPr>
        <p:spPr>
          <a:xfrm>
            <a:off x="952500" y="8572500"/>
            <a:ext cx="41910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aption Placeholder"/>
          <p:cNvSpPr>
            <a:spLocks noGrp="1"/>
          </p:cNvSpPr>
          <p:nvPr>
            <p:ph type="body" idx="6"/>
          </p:nvPr>
        </p:nvSpPr>
        <p:spPr>
          <a:xfrm>
            <a:off x="952500" y="1419225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F056B4CE-780D-439B-B78B-E7EF5AD3D38C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940574938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181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12382500"/>
            <a:ext cx="9525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3049250"/>
            <a:ext cx="9525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000"/>
            </a:lvl1pPr>
          </a:lstStyle>
          <a:p>
            <a:pPr algn="l"/>
            <a:r>
              <a:rPr lang="en-US" sz="6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35CFD7E8-AAF0-4814-9DBC-AF5358061EA4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10339105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181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main-copy Placeholder"/>
          <p:cNvSpPr>
            <a:spLocks noGrp="1"/>
          </p:cNvSpPr>
          <p:nvPr>
            <p:ph type="body" idx="2"/>
          </p:nvPr>
        </p:nvSpPr>
        <p:spPr>
          <a:xfrm>
            <a:off x="1333500" y="12477750"/>
            <a:ext cx="952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caption Placeholder"/>
          <p:cNvSpPr>
            <a:spLocks noGrp="1"/>
          </p:cNvSpPr>
          <p:nvPr>
            <p:ph type="body" idx="3"/>
          </p:nvPr>
        </p:nvSpPr>
        <p:spPr>
          <a:xfrm>
            <a:off x="1333500" y="1476375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E4482C2E-27E8-496F-A261-45D45C71CD15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174462949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our-stage reading pa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quence-spine Layout"/>
          <p:cNvSpPr/>
          <p:nvPr/>
        </p:nvSpPr>
        <p:spPr>
          <a:xfrm>
            <a:off x="1333500" y="5715000"/>
            <a:ext cx="9525" cy="7429500"/>
          </a:xfrm>
          <a:custGeom>
            <a:avLst/>
            <a:gdLst/>
            <a:ahLst/>
            <a:cxnLst/>
            <a:rect l="l" t="t" r="r" b="b"/>
            <a:pathLst>
              <a:path w="9525" h="7429500">
                <a:moveTo>
                  <a:pt x="0" y="0"/>
                </a:moveTo>
                <a:lnTo>
                  <a:pt x="0" y="7429500"/>
                </a:lnTo>
              </a:path>
            </a:pathLst>
          </a:custGeom>
          <a:noFill/>
          <a:ln w="19050">
            <a:solidFill>
              <a:srgbClr val="C8CCCF"/>
            </a:solidFill>
          </a:ln>
        </p:spPr>
      </p:sp>
      <p:sp>
        <p:nvSpPr>
          <p:cNvPr id="3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143375"/>
            <a:ext cx="9906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step-1 Placeholder"/>
          <p:cNvSpPr>
            <a:spLocks noGrp="1"/>
          </p:cNvSpPr>
          <p:nvPr>
            <p:ph type="obj" idx="4"/>
          </p:nvPr>
        </p:nvSpPr>
        <p:spPr>
          <a:xfrm>
            <a:off x="952500" y="56197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7" name="step-2 Placeholder"/>
          <p:cNvSpPr>
            <a:spLocks noGrp="1"/>
          </p:cNvSpPr>
          <p:nvPr>
            <p:ph type="obj" idx="5"/>
          </p:nvPr>
        </p:nvSpPr>
        <p:spPr>
          <a:xfrm>
            <a:off x="952500" y="80962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tep-3 Placeholder"/>
          <p:cNvSpPr>
            <a:spLocks noGrp="1"/>
          </p:cNvSpPr>
          <p:nvPr>
            <p:ph type="obj" idx="6"/>
          </p:nvPr>
        </p:nvSpPr>
        <p:spPr>
          <a:xfrm>
            <a:off x="952500" y="105727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step-4 Placeholder"/>
          <p:cNvSpPr>
            <a:spLocks noGrp="1"/>
          </p:cNvSpPr>
          <p:nvPr>
            <p:ph type="obj" idx="7"/>
          </p:nvPr>
        </p:nvSpPr>
        <p:spPr>
          <a:xfrm>
            <a:off x="952500" y="130492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8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E845E99-A1ED-4833-8562-6EE10031FD51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85396989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Open table reg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143375"/>
            <a:ext cx="9906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5" name="information Placeholder"/>
          <p:cNvSpPr>
            <a:spLocks noGrp="1"/>
          </p:cNvSpPr>
          <p:nvPr>
            <p:ph type="obj" idx="4"/>
          </p:nvPr>
        </p:nvSpPr>
        <p:spPr>
          <a:xfrm>
            <a:off x="952500" y="5810250"/>
            <a:ext cx="9906000" cy="6191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952500" y="12287250"/>
            <a:ext cx="9906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akeaway Placeholder"/>
          <p:cNvSpPr>
            <a:spLocks noGrp="1"/>
          </p:cNvSpPr>
          <p:nvPr>
            <p:ph type="body" idx="6"/>
          </p:nvPr>
        </p:nvSpPr>
        <p:spPr>
          <a:xfrm>
            <a:off x="952500" y="13620750"/>
            <a:ext cx="9906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AF48993-21DB-46EE-ACE5-BE60C3410876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8447356"/>
      </p:ext>
    </p:extLst>
  </p:cSld>
  <p:clrMapOvr>
    <a:masterClrMapping/>
  </p:clrMapOvr>
  <p:hf hdr="0" dt="0" ftr="0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-photo ess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wid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7048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left Placeholder"/>
          <p:cNvSpPr>
            <a:spLocks noGrp="1"/>
          </p:cNvSpPr>
          <p:nvPr>
            <p:ph type="pic" idx="2"/>
          </p:nvPr>
        </p:nvSpPr>
        <p:spPr>
          <a:xfrm>
            <a:off x="0" y="742950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right Placeholder"/>
          <p:cNvSpPr>
            <a:spLocks noGrp="1"/>
          </p:cNvSpPr>
          <p:nvPr>
            <p:ph type="pic" idx="3"/>
          </p:nvPr>
        </p:nvSpPr>
        <p:spPr>
          <a:xfrm>
            <a:off x="6096000" y="742950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952500" y="12763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5"/>
          </p:nvPr>
        </p:nvSpPr>
        <p:spPr>
          <a:xfrm>
            <a:off x="952500" y="14001750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6"/>
          </p:nvPr>
        </p:nvSpPr>
        <p:spPr>
          <a:xfrm>
            <a:off x="952500" y="1533525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7FDC5C3-F6BB-42E4-9EEA-F33FC2FFED50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31015453"/>
      </p:ext>
    </p:extLst>
  </p:cSld>
  <p:clrMapOvr>
    <a:masterClrMapping/>
  </p:clrMapOvr>
  <p:hf hdr="0" dt="0" ftr="0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symmetric reading rhyth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ening-rule Layout"/>
          <p:cNvSpPr/>
          <p:nvPr/>
        </p:nvSpPr>
        <p:spPr>
          <a:xfrm>
            <a:off x="952500" y="1524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pause-rule Layout"/>
          <p:cNvSpPr/>
          <p:nvPr/>
        </p:nvSpPr>
        <p:spPr>
          <a:xfrm>
            <a:off x="4381500" y="96202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end-rule Layout"/>
          <p:cNvSpPr/>
          <p:nvPr/>
        </p:nvSpPr>
        <p:spPr>
          <a:xfrm>
            <a:off x="952500" y="147637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47625">
            <a:solidFill>
              <a:srgbClr val="70777B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600"/>
            </a:lvl1pPr>
          </a:lstStyle>
          <a:p>
            <a:pPr algn="l"/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857750"/>
            <a:ext cx="3048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8" name="main-copy Placeholder"/>
          <p:cNvSpPr>
            <a:spLocks noGrp="1"/>
          </p:cNvSpPr>
          <p:nvPr>
            <p:ph type="body" idx="4"/>
          </p:nvPr>
        </p:nvSpPr>
        <p:spPr>
          <a:xfrm>
            <a:off x="4381500" y="5334000"/>
            <a:ext cx="6477000" cy="352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focal Placeholder"/>
          <p:cNvSpPr>
            <a:spLocks noGrp="1"/>
          </p:cNvSpPr>
          <p:nvPr>
            <p:ph type="body" idx="5"/>
          </p:nvPr>
        </p:nvSpPr>
        <p:spPr>
          <a:xfrm>
            <a:off x="952500" y="7191375"/>
            <a:ext cx="304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takeaway Placeholder"/>
          <p:cNvSpPr>
            <a:spLocks noGrp="1"/>
          </p:cNvSpPr>
          <p:nvPr>
            <p:ph type="body" idx="6"/>
          </p:nvPr>
        </p:nvSpPr>
        <p:spPr>
          <a:xfrm>
            <a:off x="952500" y="10287000"/>
            <a:ext cx="6477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l" marL="0" indent="0">
              <a:buNone/>
            </a:pPr>
            <a:r>
              <a:rPr lang="en-US" sz="33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body-left Placeholder"/>
          <p:cNvSpPr>
            <a:spLocks noGrp="1"/>
          </p:cNvSpPr>
          <p:nvPr>
            <p:ph type="body" idx="7"/>
          </p:nvPr>
        </p:nvSpPr>
        <p:spPr>
          <a:xfrm>
            <a:off x="952500" y="12763500"/>
            <a:ext cx="47625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body-right Placeholder"/>
          <p:cNvSpPr>
            <a:spLocks noGrp="1"/>
          </p:cNvSpPr>
          <p:nvPr>
            <p:ph type="body" idx="8"/>
          </p:nvPr>
        </p:nvSpPr>
        <p:spPr>
          <a:xfrm>
            <a:off x="6096000" y="12001500"/>
            <a:ext cx="4762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2999B5A7-8FFB-407A-A094-82006B83D2F3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447827635"/>
      </p:ext>
    </p:extLst>
  </p:cSld>
  <p:clrMapOvr>
    <a:masterClrMapping/>
  </p:clrMapOvr>
  <p:hf hdr="0" dt="0" ftr="0" sldNum="1"/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eading with anchored margin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-rule-a Layout"/>
          <p:cNvSpPr/>
          <p:nvPr/>
        </p:nvSpPr>
        <p:spPr>
          <a:xfrm>
            <a:off x="7810500" y="566737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rgbClr val="70777B"/>
            </a:solidFill>
          </a:ln>
        </p:spPr>
      </p:sp>
      <p:sp>
        <p:nvSpPr>
          <p:cNvPr id="3" name="note-rule-b Layout"/>
          <p:cNvSpPr/>
          <p:nvPr/>
        </p:nvSpPr>
        <p:spPr>
          <a:xfrm>
            <a:off x="7810500" y="1147762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rgbClr val="70777B"/>
            </a:solidFill>
          </a:ln>
        </p:spPr>
      </p:sp>
      <p:sp>
        <p:nvSpPr>
          <p:cNvPr id="4" name="end-rule Layout"/>
          <p:cNvSpPr/>
          <p:nvPr/>
        </p:nvSpPr>
        <p:spPr>
          <a:xfrm>
            <a:off x="952500" y="15001875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955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/>
            </a:lvl1pPr>
          </a:lstStyle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body-top Placeholder"/>
          <p:cNvSpPr>
            <a:spLocks noGrp="1"/>
          </p:cNvSpPr>
          <p:nvPr>
            <p:ph type="body" idx="3"/>
          </p:nvPr>
        </p:nvSpPr>
        <p:spPr>
          <a:xfrm>
            <a:off x="952500" y="4857750"/>
            <a:ext cx="64770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note-top Placeholder"/>
          <p:cNvSpPr>
            <a:spLocks noGrp="1"/>
          </p:cNvSpPr>
          <p:nvPr>
            <p:ph type="body" idx="4"/>
          </p:nvPr>
        </p:nvSpPr>
        <p:spPr>
          <a:xfrm>
            <a:off x="7810500" y="6000750"/>
            <a:ext cx="3048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takeaway Placeholder"/>
          <p:cNvSpPr>
            <a:spLocks noGrp="1"/>
          </p:cNvSpPr>
          <p:nvPr>
            <p:ph type="body" idx="5"/>
          </p:nvPr>
        </p:nvSpPr>
        <p:spPr>
          <a:xfrm>
            <a:off x="2667000" y="8667750"/>
            <a:ext cx="8191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body-bottom Placeholder"/>
          <p:cNvSpPr>
            <a:spLocks noGrp="1"/>
          </p:cNvSpPr>
          <p:nvPr>
            <p:ph type="body" idx="6"/>
          </p:nvPr>
        </p:nvSpPr>
        <p:spPr>
          <a:xfrm>
            <a:off x="952500" y="11049000"/>
            <a:ext cx="6477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note-bottom Placeholder"/>
          <p:cNvSpPr>
            <a:spLocks noGrp="1"/>
          </p:cNvSpPr>
          <p:nvPr>
            <p:ph type="body" idx="7"/>
          </p:nvPr>
        </p:nvSpPr>
        <p:spPr>
          <a:xfrm>
            <a:off x="7810500" y="11811000"/>
            <a:ext cx="3048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source Placeholder"/>
          <p:cNvSpPr>
            <a:spLocks noGrp="1"/>
          </p:cNvSpPr>
          <p:nvPr>
            <p:ph type="body" idx="8"/>
          </p:nvPr>
        </p:nvSpPr>
        <p:spPr>
          <a:xfrm>
            <a:off x="952500" y="1543050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63BAB87B-CA7D-40E0-93CC-73BAB3D27D6D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975041596"/>
      </p:ext>
    </p:extLst>
  </p:cSld>
  <p:clrMapOvr>
    <a:masterClrMapping/>
  </p:clrMapOvr>
  <p:hf hdr="0" dt="0" ftr="0" sldNum="1"/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ditorial index and navig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ex-rule-1 Layout"/>
          <p:cNvSpPr/>
          <p:nvPr/>
        </p:nvSpPr>
        <p:spPr>
          <a:xfrm>
            <a:off x="4381500" y="48577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index-rule-2 Layout"/>
          <p:cNvSpPr/>
          <p:nvPr/>
        </p:nvSpPr>
        <p:spPr>
          <a:xfrm>
            <a:off x="4381500" y="72390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index-rule-3 Layout"/>
          <p:cNvSpPr/>
          <p:nvPr/>
        </p:nvSpPr>
        <p:spPr>
          <a:xfrm>
            <a:off x="4381500" y="96202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index-rule-4 Layout"/>
          <p:cNvSpPr/>
          <p:nvPr/>
        </p:nvSpPr>
        <p:spPr>
          <a:xfrm>
            <a:off x="4381500" y="120015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955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300"/>
            </a:lvl1pPr>
          </a:lstStyle>
          <a:p>
            <a:pPr algn="l"/>
            <a:r>
              <a:rPr lang="en-US" sz="6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photo Placeholder"/>
          <p:cNvSpPr>
            <a:spLocks noGrp="1"/>
          </p:cNvSpPr>
          <p:nvPr>
            <p:ph type="pic" idx="3"/>
          </p:nvPr>
        </p:nvSpPr>
        <p:spPr>
          <a:xfrm>
            <a:off x="0" y="4857750"/>
            <a:ext cx="4000500" cy="7143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entry-1 Placeholder"/>
          <p:cNvSpPr>
            <a:spLocks noGrp="1"/>
          </p:cNvSpPr>
          <p:nvPr>
            <p:ph type="body" idx="4"/>
          </p:nvPr>
        </p:nvSpPr>
        <p:spPr>
          <a:xfrm>
            <a:off x="4381500" y="52387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700"/>
            </a:lvl1pPr>
          </a:lstStyle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entry-2 Placeholder"/>
          <p:cNvSpPr>
            <a:spLocks noGrp="1"/>
          </p:cNvSpPr>
          <p:nvPr>
            <p:ph type="body" idx="5"/>
          </p:nvPr>
        </p:nvSpPr>
        <p:spPr>
          <a:xfrm>
            <a:off x="4381500" y="762000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700"/>
            </a:lvl1pPr>
          </a:lstStyle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entry-3 Placeholder"/>
          <p:cNvSpPr>
            <a:spLocks noGrp="1"/>
          </p:cNvSpPr>
          <p:nvPr>
            <p:ph type="body" idx="6"/>
          </p:nvPr>
        </p:nvSpPr>
        <p:spPr>
          <a:xfrm>
            <a:off x="4381500" y="100012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700"/>
            </a:lvl1pPr>
          </a:lstStyle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lead Placeholder"/>
          <p:cNvSpPr>
            <a:spLocks noGrp="1"/>
          </p:cNvSpPr>
          <p:nvPr>
            <p:ph type="subTitle" idx="7"/>
          </p:nvPr>
        </p:nvSpPr>
        <p:spPr>
          <a:xfrm>
            <a:off x="952500" y="12954000"/>
            <a:ext cx="3048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3" name="main-copy Placeholder"/>
          <p:cNvSpPr>
            <a:spLocks noGrp="1"/>
          </p:cNvSpPr>
          <p:nvPr>
            <p:ph type="body" idx="8"/>
          </p:nvPr>
        </p:nvSpPr>
        <p:spPr>
          <a:xfrm>
            <a:off x="4381500" y="12954000"/>
            <a:ext cx="6477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940CBEF5-ED32-440F-9CB6-C4C3F78BDA87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620365044"/>
      </p:ext>
    </p:extLst>
  </p:cSld>
  <p:clrMapOvr>
    <a:masterClrMapping/>
  </p:clrMapOvr>
  <p:hf hdr="0" dt="0" ftr="0" sldNum="1"/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ix-photo mason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1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2 Placeholder"/>
          <p:cNvSpPr>
            <a:spLocks noGrp="1"/>
          </p:cNvSpPr>
          <p:nvPr>
            <p:ph type="pic" idx="2"/>
          </p:nvPr>
        </p:nvSpPr>
        <p:spPr>
          <a:xfrm>
            <a:off x="0" y="4953000"/>
            <a:ext cx="40005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3 Placeholder"/>
          <p:cNvSpPr>
            <a:spLocks noGrp="1"/>
          </p:cNvSpPr>
          <p:nvPr>
            <p:ph type="pic" idx="3"/>
          </p:nvPr>
        </p:nvSpPr>
        <p:spPr>
          <a:xfrm>
            <a:off x="4381500" y="0"/>
            <a:ext cx="3048000" cy="7048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4 Placeholder"/>
          <p:cNvSpPr>
            <a:spLocks noGrp="1"/>
          </p:cNvSpPr>
          <p:nvPr>
            <p:ph type="pic" idx="4"/>
          </p:nvPr>
        </p:nvSpPr>
        <p:spPr>
          <a:xfrm>
            <a:off x="4381500" y="7429500"/>
            <a:ext cx="3048000" cy="4381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5 Placeholder"/>
          <p:cNvSpPr>
            <a:spLocks noGrp="1"/>
          </p:cNvSpPr>
          <p:nvPr>
            <p:ph type="pic" idx="5"/>
          </p:nvPr>
        </p:nvSpPr>
        <p:spPr>
          <a:xfrm>
            <a:off x="7810500" y="0"/>
            <a:ext cx="40005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6 Placeholder"/>
          <p:cNvSpPr>
            <a:spLocks noGrp="1"/>
          </p:cNvSpPr>
          <p:nvPr>
            <p:ph type="pic" idx="6"/>
          </p:nvPr>
        </p:nvSpPr>
        <p:spPr>
          <a:xfrm>
            <a:off x="7810500" y="3810000"/>
            <a:ext cx="4000500" cy="800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title Placeholder"/>
          <p:cNvSpPr>
            <a:spLocks noGrp="1"/>
          </p:cNvSpPr>
          <p:nvPr>
            <p:ph type="title" idx="7"/>
          </p:nvPr>
        </p:nvSpPr>
        <p:spPr>
          <a:xfrm>
            <a:off x="952500" y="12573000"/>
            <a:ext cx="9906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800"/>
            </a:lvl1pPr>
          </a:lstStyle>
          <a:p>
            <a:pPr algn="l"/>
            <a:r>
              <a:rPr lang="en-US" sz="4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952500" y="14573250"/>
            <a:ext cx="8191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0E63C201-2FB6-44A6-A079-3E2FB038866C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518765329"/>
      </p:ext>
    </p:extLst>
  </p:cSld>
  <p:clrMapOvr>
    <a:masterClrMapping/>
  </p:clrMapOvr>
  <p:hf hdr="0" dt="0" ftr="0" sldNum="1"/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ggered photo nar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952500" y="1952625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5100"/>
            </a:lvl1pPr>
          </a:lstStyle>
          <a:p>
            <a:pPr algn="l"/>
            <a:r>
              <a:rPr lang="en-US" sz="51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photo-1 Placeholder"/>
          <p:cNvSpPr>
            <a:spLocks noGrp="1"/>
          </p:cNvSpPr>
          <p:nvPr>
            <p:ph type="pic" idx="3"/>
          </p:nvPr>
        </p:nvSpPr>
        <p:spPr>
          <a:xfrm>
            <a:off x="0" y="4857750"/>
            <a:ext cx="7429500" cy="4857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2 Placeholder"/>
          <p:cNvSpPr>
            <a:spLocks noGrp="1"/>
          </p:cNvSpPr>
          <p:nvPr>
            <p:ph type="pic" idx="4"/>
          </p:nvPr>
        </p:nvSpPr>
        <p:spPr>
          <a:xfrm>
            <a:off x="7810500" y="3238500"/>
            <a:ext cx="40005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3 Placeholder"/>
          <p:cNvSpPr>
            <a:spLocks noGrp="1"/>
          </p:cNvSpPr>
          <p:nvPr>
            <p:ph type="pic" idx="5"/>
          </p:nvPr>
        </p:nvSpPr>
        <p:spPr>
          <a:xfrm>
            <a:off x="6096000" y="1028700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note Placeholder"/>
          <p:cNvSpPr>
            <a:spLocks noGrp="1"/>
          </p:cNvSpPr>
          <p:nvPr>
            <p:ph type="body" idx="6"/>
          </p:nvPr>
        </p:nvSpPr>
        <p:spPr>
          <a:xfrm>
            <a:off x="7810500" y="8429625"/>
            <a:ext cx="3048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main-copy Placeholder"/>
          <p:cNvSpPr>
            <a:spLocks noGrp="1"/>
          </p:cNvSpPr>
          <p:nvPr>
            <p:ph type="body" idx="7"/>
          </p:nvPr>
        </p:nvSpPr>
        <p:spPr>
          <a:xfrm>
            <a:off x="952500" y="10668000"/>
            <a:ext cx="47625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952500" y="14382750"/>
            <a:ext cx="476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51215DC2-1D41-4093-9065-6010F4B09EBB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104196134"/>
      </p:ext>
    </p:extLst>
  </p:cSld>
  <p:clrMapOvr>
    <a:masterClrMapping/>
  </p:clrMapOvr>
  <p:hf hdr="0" dt="0" ftr="0" sldNum="1"/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and contac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hoto-1 Placeholder"/>
          <p:cNvSpPr>
            <a:spLocks noGrp="1"/>
          </p:cNvSpPr>
          <p:nvPr>
            <p:ph type="pic" idx="2"/>
          </p:nvPr>
        </p:nvSpPr>
        <p:spPr>
          <a:xfrm>
            <a:off x="0" y="57150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hoto-2 Placeholder"/>
          <p:cNvSpPr>
            <a:spLocks noGrp="1"/>
          </p:cNvSpPr>
          <p:nvPr>
            <p:ph type="pic" idx="3"/>
          </p:nvPr>
        </p:nvSpPr>
        <p:spPr>
          <a:xfrm>
            <a:off x="4381500" y="5715000"/>
            <a:ext cx="30480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hoto-3 Placeholder"/>
          <p:cNvSpPr>
            <a:spLocks noGrp="1"/>
          </p:cNvSpPr>
          <p:nvPr>
            <p:ph type="pic" idx="4"/>
          </p:nvPr>
        </p:nvSpPr>
        <p:spPr>
          <a:xfrm>
            <a:off x="7810500" y="57150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hoto-4 Placeholder"/>
          <p:cNvSpPr>
            <a:spLocks noGrp="1"/>
          </p:cNvSpPr>
          <p:nvPr>
            <p:ph type="pic" idx="5"/>
          </p:nvPr>
        </p:nvSpPr>
        <p:spPr>
          <a:xfrm>
            <a:off x="0" y="89535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5 Placeholder"/>
          <p:cNvSpPr>
            <a:spLocks noGrp="1"/>
          </p:cNvSpPr>
          <p:nvPr>
            <p:ph type="pic" idx="6"/>
          </p:nvPr>
        </p:nvSpPr>
        <p:spPr>
          <a:xfrm>
            <a:off x="4381500" y="8953500"/>
            <a:ext cx="30480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hoto-6 Placeholder"/>
          <p:cNvSpPr>
            <a:spLocks noGrp="1"/>
          </p:cNvSpPr>
          <p:nvPr>
            <p:ph type="pic" idx="7"/>
          </p:nvPr>
        </p:nvSpPr>
        <p:spPr>
          <a:xfrm>
            <a:off x="7810500" y="89535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idx="8"/>
          </p:nvPr>
        </p:nvSpPr>
        <p:spPr>
          <a:xfrm>
            <a:off x="952500" y="1257300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650"/>
            </a:lvl1pPr>
          </a:lstStyle>
          <a:p>
            <a:pPr algn="l"/>
            <a:r>
              <a:rPr lang="en-US" sz="46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9"/>
          </p:nvPr>
        </p:nvSpPr>
        <p:spPr>
          <a:xfrm>
            <a:off x="952500" y="14382750"/>
            <a:ext cx="8191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10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29536A88-6A98-46B4-B0D2-A2D386BC0B61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24813723"/>
      </p:ext>
    </p:extLst>
  </p:cSld>
  <p:clrMapOvr>
    <a:masterClrMapping/>
  </p:clrMapOvr>
  <p:hf hdr="0" dt="0" ftr="0" sldNum="1"/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adline across image and white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2667000" y="0"/>
            <a:ext cx="9144000" cy="1181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13335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7667625"/>
            <a:ext cx="9144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800"/>
            </a:lvl1pPr>
          </a:lstStyle>
          <a:p>
            <a:pPr algn="l"/>
            <a:r>
              <a:rPr lang="en-US" sz="7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main-copy Placeholder"/>
          <p:cNvSpPr>
            <a:spLocks noGrp="1"/>
          </p:cNvSpPr>
          <p:nvPr>
            <p:ph type="body" idx="4"/>
          </p:nvPr>
        </p:nvSpPr>
        <p:spPr>
          <a:xfrm>
            <a:off x="952500" y="12668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body" idx="5"/>
          </p:nvPr>
        </p:nvSpPr>
        <p:spPr>
          <a:xfrm>
            <a:off x="7810500" y="12668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B22F159A-BA0D-497A-879B-73F7D5CE673C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09420357"/>
      </p:ext>
    </p:extLst>
  </p:cSld>
  <p:clrMapOvr>
    <a:masterClrMapping/>
  </p:clrMapOvr>
  <p:hf hdr="0" dt="0" ftr="0" sldNum="1"/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s and geometric counterw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nterweight Layout"/>
          <p:cNvSpPr/>
          <p:nvPr/>
        </p:nvSpPr>
        <p:spPr>
          <a:xfrm>
            <a:off x="4381500" y="3238500"/>
            <a:ext cx="6858000" cy="6858000"/>
          </a:xfrm>
          <a:prstGeom prst="ellipse">
            <a:avLst/>
          </a:prstGeom>
          <a:solidFill>
            <a:srgbClr val="ECEEEF"/>
          </a:solidFill>
          <a:ln>
            <a:noFill/>
          </a:ln>
        </p:spPr>
      </p:sp>
      <p:sp>
        <p:nvSpPr>
          <p:cNvPr id="3" name="caption-rule Layout"/>
          <p:cNvSpPr/>
          <p:nvPr/>
        </p:nvSpPr>
        <p:spPr>
          <a:xfrm>
            <a:off x="952500" y="13049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38100">
            <a:solidFill>
              <a:srgbClr val="70777B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950"/>
            </a:lvl1pPr>
          </a:lstStyle>
          <a:p>
            <a:pPr algn="l"/>
            <a:r>
              <a:rPr lang="en-US" sz="49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photo-main Placeholder"/>
          <p:cNvSpPr>
            <a:spLocks noGrp="1"/>
          </p:cNvSpPr>
          <p:nvPr>
            <p:ph type="pic" idx="3"/>
          </p:nvPr>
        </p:nvSpPr>
        <p:spPr>
          <a:xfrm>
            <a:off x="952500" y="4762500"/>
            <a:ext cx="6477000" cy="7620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hoto-detail Placeholder"/>
          <p:cNvSpPr>
            <a:spLocks noGrp="1"/>
          </p:cNvSpPr>
          <p:nvPr>
            <p:ph type="pic" idx="4"/>
          </p:nvPr>
        </p:nvSpPr>
        <p:spPr>
          <a:xfrm>
            <a:off x="7810500" y="10096500"/>
            <a:ext cx="40005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note Placeholder"/>
          <p:cNvSpPr>
            <a:spLocks noGrp="1"/>
          </p:cNvSpPr>
          <p:nvPr>
            <p:ph type="body" idx="5"/>
          </p:nvPr>
        </p:nvSpPr>
        <p:spPr>
          <a:xfrm>
            <a:off x="7810500" y="7667625"/>
            <a:ext cx="266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main-copy Placeholder"/>
          <p:cNvSpPr>
            <a:spLocks noGrp="1"/>
          </p:cNvSpPr>
          <p:nvPr>
            <p:ph type="body" idx="6"/>
          </p:nvPr>
        </p:nvSpPr>
        <p:spPr>
          <a:xfrm>
            <a:off x="952500" y="13525500"/>
            <a:ext cx="6477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2D2B6FE4-5CF4-4D6C-9522-A6BCD29343A0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864320241"/>
      </p:ext>
    </p:extLst>
  </p:cSld>
  <p:clrMapOvr>
    <a:masterClrMapping/>
  </p:clrMapOvr>
  <p:hf hdr="0" dt="0" ftr="0" sldNum="1"/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 and annotate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hibit-rule Layout"/>
          <p:cNvSpPr/>
          <p:nvPr/>
        </p:nvSpPr>
        <p:spPr>
          <a:xfrm>
            <a:off x="952500" y="6096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takeaway-rule Layout"/>
          <p:cNvSpPr/>
          <p:nvPr/>
        </p:nvSpPr>
        <p:spPr>
          <a:xfrm>
            <a:off x="952500" y="134302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100"/>
            </a:lvl1pPr>
          </a:lstStyle>
          <a:p>
            <a:pPr algn="l"/>
            <a:r>
              <a:rPr lang="en-US" sz="51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3"/>
          </p:nvPr>
        </p:nvSpPr>
        <p:spPr>
          <a:xfrm>
            <a:off x="952500" y="4429125"/>
            <a:ext cx="64770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7" name="context Placeholder"/>
          <p:cNvSpPr>
            <a:spLocks noGrp="1"/>
          </p:cNvSpPr>
          <p:nvPr>
            <p:ph type="body" idx="4"/>
          </p:nvPr>
        </p:nvSpPr>
        <p:spPr>
          <a:xfrm>
            <a:off x="7810500" y="4429125"/>
            <a:ext cx="30480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exhibit Placeholder"/>
          <p:cNvSpPr>
            <a:spLocks noGrp="1"/>
          </p:cNvSpPr>
          <p:nvPr>
            <p:ph type="obj" idx="5"/>
          </p:nvPr>
        </p:nvSpPr>
        <p:spPr>
          <a:xfrm>
            <a:off x="952500" y="6667500"/>
            <a:ext cx="6477000" cy="5238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annotation Placeholder"/>
          <p:cNvSpPr>
            <a:spLocks noGrp="1"/>
          </p:cNvSpPr>
          <p:nvPr>
            <p:ph type="body" idx="6"/>
          </p:nvPr>
        </p:nvSpPr>
        <p:spPr>
          <a:xfrm>
            <a:off x="7810500" y="6667500"/>
            <a:ext cx="3048000" cy="523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7"/>
          </p:nvPr>
        </p:nvSpPr>
        <p:spPr>
          <a:xfrm>
            <a:off x="952500" y="1228725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takeaway Placeholder"/>
          <p:cNvSpPr>
            <a:spLocks noGrp="1"/>
          </p:cNvSpPr>
          <p:nvPr>
            <p:ph type="body" idx="8"/>
          </p:nvPr>
        </p:nvSpPr>
        <p:spPr>
          <a:xfrm>
            <a:off x="952500" y="13906500"/>
            <a:ext cx="990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700"/>
            </a:lvl1pPr>
          </a:lstStyle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54156F1F-3379-4370-B4EA-4B86C561062A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28847864"/>
      </p:ext>
    </p:extLst>
  </p:cSld>
  <p:clrMapOvr>
    <a:masterClrMapping/>
  </p:clrMapOvr>
  <p:hf hdr="0" dt="0" ftr="0" sldNum="1"/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ligned qualitativ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rule Layout"/>
          <p:cNvSpPr/>
          <p:nvPr/>
        </p:nvSpPr>
        <p:spPr>
          <a:xfrm>
            <a:off x="952500" y="61912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row-rule-1 Layout"/>
          <p:cNvSpPr/>
          <p:nvPr/>
        </p:nvSpPr>
        <p:spPr>
          <a:xfrm>
            <a:off x="952500" y="8953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row-rule-2 Layout"/>
          <p:cNvSpPr/>
          <p:nvPr/>
        </p:nvSpPr>
        <p:spPr>
          <a:xfrm>
            <a:off x="952500" y="115252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row-rule-3 Layout"/>
          <p:cNvSpPr/>
          <p:nvPr/>
        </p:nvSpPr>
        <p:spPr>
          <a:xfrm>
            <a:off x="952500" y="14097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400"/>
            </a:lvl1pPr>
          </a:lstStyle>
          <a:p>
            <a:pPr algn="l"/>
            <a:r>
              <a:rPr lang="en-US" sz="54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label-left Placeholder"/>
          <p:cNvSpPr>
            <a:spLocks noGrp="1"/>
          </p:cNvSpPr>
          <p:nvPr>
            <p:ph type="body" idx="3"/>
          </p:nvPr>
        </p:nvSpPr>
        <p:spPr>
          <a:xfrm>
            <a:off x="952500" y="5000625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label-right Placeholder"/>
          <p:cNvSpPr>
            <a:spLocks noGrp="1"/>
          </p:cNvSpPr>
          <p:nvPr>
            <p:ph type="body" idx="4"/>
          </p:nvPr>
        </p:nvSpPr>
        <p:spPr>
          <a:xfrm>
            <a:off x="6096000" y="5000625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left-1 Placeholder"/>
          <p:cNvSpPr>
            <a:spLocks noGrp="1"/>
          </p:cNvSpPr>
          <p:nvPr>
            <p:ph type="body" idx="5"/>
          </p:nvPr>
        </p:nvSpPr>
        <p:spPr>
          <a:xfrm>
            <a:off x="952500" y="6667500"/>
            <a:ext cx="4762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right-1 Placeholder"/>
          <p:cNvSpPr>
            <a:spLocks noGrp="1"/>
          </p:cNvSpPr>
          <p:nvPr>
            <p:ph type="body" idx="6"/>
          </p:nvPr>
        </p:nvSpPr>
        <p:spPr>
          <a:xfrm>
            <a:off x="6096000" y="6667500"/>
            <a:ext cx="4762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left-2 Placeholder"/>
          <p:cNvSpPr>
            <a:spLocks noGrp="1"/>
          </p:cNvSpPr>
          <p:nvPr>
            <p:ph type="body" idx="7"/>
          </p:nvPr>
        </p:nvSpPr>
        <p:spPr>
          <a:xfrm>
            <a:off x="952500" y="942975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right-2 Placeholder"/>
          <p:cNvSpPr>
            <a:spLocks noGrp="1"/>
          </p:cNvSpPr>
          <p:nvPr>
            <p:ph type="body" idx="8"/>
          </p:nvPr>
        </p:nvSpPr>
        <p:spPr>
          <a:xfrm>
            <a:off x="6096000" y="942975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left-3 Placeholder"/>
          <p:cNvSpPr>
            <a:spLocks noGrp="1"/>
          </p:cNvSpPr>
          <p:nvPr>
            <p:ph type="body" idx="9"/>
          </p:nvPr>
        </p:nvSpPr>
        <p:spPr>
          <a:xfrm>
            <a:off x="952500" y="1200150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right-3 Placeholder"/>
          <p:cNvSpPr>
            <a:spLocks noGrp="1"/>
          </p:cNvSpPr>
          <p:nvPr>
            <p:ph type="body" idx="10"/>
          </p:nvPr>
        </p:nvSpPr>
        <p:spPr>
          <a:xfrm>
            <a:off x="6096000" y="1200150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source Placeholder"/>
          <p:cNvSpPr>
            <a:spLocks noGrp="1"/>
          </p:cNvSpPr>
          <p:nvPr>
            <p:ph type="body" idx="11"/>
          </p:nvPr>
        </p:nvSpPr>
        <p:spPr>
          <a:xfrm>
            <a:off x="952500" y="1457325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folio Placeholder"/>
          <p:cNvSpPr>
            <a:spLocks noGrp="1"/>
          </p:cNvSpPr>
          <p:nvPr>
            <p:ph type="sldNum" idx="12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1ADD218A-3B0F-4B84-A195-41A85DC07B56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218322375"/>
      </p:ext>
    </p:extLst>
  </p:cSld>
  <p:clrMapOvr>
    <a:masterClrMapping/>
  </p:clrMapOvr>
  <p:hf hdr="0" dt="0" ftr="0" sldNum="1"/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ypographic chro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-rule-1 Layout"/>
          <p:cNvSpPr/>
          <p:nvPr/>
        </p:nvSpPr>
        <p:spPr>
          <a:xfrm>
            <a:off x="952500" y="4476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time-rule-2 Layout"/>
          <p:cNvSpPr/>
          <p:nvPr/>
        </p:nvSpPr>
        <p:spPr>
          <a:xfrm>
            <a:off x="952500" y="7905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4" name="time-rule-3 Layout"/>
          <p:cNvSpPr/>
          <p:nvPr/>
        </p:nvSpPr>
        <p:spPr>
          <a:xfrm>
            <a:off x="952500" y="11334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time-rule-4 Layout"/>
          <p:cNvSpPr/>
          <p:nvPr/>
        </p:nvSpPr>
        <p:spPr>
          <a:xfrm>
            <a:off x="952500" y="14763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400"/>
            </a:lvl1pPr>
          </a:lstStyle>
          <a:p>
            <a:pPr algn="l"/>
            <a:r>
              <a:rPr lang="en-US" sz="54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time-1 Placeholder"/>
          <p:cNvSpPr>
            <a:spLocks noGrp="1"/>
          </p:cNvSpPr>
          <p:nvPr>
            <p:ph type="body" idx="3"/>
          </p:nvPr>
        </p:nvSpPr>
        <p:spPr>
          <a:xfrm>
            <a:off x="952500" y="5048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event-1 Placeholder"/>
          <p:cNvSpPr>
            <a:spLocks noGrp="1"/>
          </p:cNvSpPr>
          <p:nvPr>
            <p:ph type="body" idx="4"/>
          </p:nvPr>
        </p:nvSpPr>
        <p:spPr>
          <a:xfrm>
            <a:off x="4381500" y="5048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time-2 Placeholder"/>
          <p:cNvSpPr>
            <a:spLocks noGrp="1"/>
          </p:cNvSpPr>
          <p:nvPr>
            <p:ph type="body" idx="5"/>
          </p:nvPr>
        </p:nvSpPr>
        <p:spPr>
          <a:xfrm>
            <a:off x="952500" y="8477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event-2 Placeholder"/>
          <p:cNvSpPr>
            <a:spLocks noGrp="1"/>
          </p:cNvSpPr>
          <p:nvPr>
            <p:ph type="body" idx="6"/>
          </p:nvPr>
        </p:nvSpPr>
        <p:spPr>
          <a:xfrm>
            <a:off x="4381500" y="8477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time-3 Placeholder"/>
          <p:cNvSpPr>
            <a:spLocks noGrp="1"/>
          </p:cNvSpPr>
          <p:nvPr>
            <p:ph type="body" idx="7"/>
          </p:nvPr>
        </p:nvSpPr>
        <p:spPr>
          <a:xfrm>
            <a:off x="952500" y="11906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/>
            </a:lvl1pPr>
          </a:lstStyle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event-3 Placeholder"/>
          <p:cNvSpPr>
            <a:spLocks noGrp="1"/>
          </p:cNvSpPr>
          <p:nvPr>
            <p:ph type="body" idx="8"/>
          </p:nvPr>
        </p:nvSpPr>
        <p:spPr>
          <a:xfrm>
            <a:off x="4381500" y="11906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source Placeholder"/>
          <p:cNvSpPr>
            <a:spLocks noGrp="1"/>
          </p:cNvSpPr>
          <p:nvPr>
            <p:ph type="body" idx="9"/>
          </p:nvPr>
        </p:nvSpPr>
        <p:spPr>
          <a:xfrm>
            <a:off x="952500" y="1543050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folio Placeholder"/>
          <p:cNvSpPr>
            <a:spLocks noGrp="1"/>
          </p:cNvSpPr>
          <p:nvPr>
            <p:ph type="sldNum" idx="10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65A2BEA2-5E5F-49C2-A141-2CA8D07824D7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31240017"/>
      </p:ext>
    </p:extLst>
  </p:cSld>
  <p:clrMapOvr>
    <a:masterClrMapping/>
  </p:clrMapOvr>
  <p:hf hdr="0" dt="0" ftr="0" sldNum="1"/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ypographic pause and counter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 Layout"/>
          <p:cNvSpPr/>
          <p:nvPr/>
        </p:nvSpPr>
        <p:spPr>
          <a:xfrm>
            <a:off x="952500" y="16192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0262A"/>
            </a:solidFill>
          </a:ln>
        </p:spPr>
      </p:sp>
      <p:sp>
        <p:nvSpPr>
          <p:cNvPr id="3" name="short-rule Layout"/>
          <p:cNvSpPr/>
          <p:nvPr/>
        </p:nvSpPr>
        <p:spPr>
          <a:xfrm>
            <a:off x="7810500" y="10287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38100">
            <a:solidFill>
              <a:srgbClr val="70777B"/>
            </a:solidFill>
          </a:ln>
        </p:spPr>
      </p:sp>
      <p:sp>
        <p:nvSpPr>
          <p:cNvPr id="4" name="bottom-rule Layout"/>
          <p:cNvSpPr/>
          <p:nvPr/>
        </p:nvSpPr>
        <p:spPr>
          <a:xfrm>
            <a:off x="952500" y="14859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952500" y="2333625"/>
            <a:ext cx="9906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7500"/>
            </a:lvl1pPr>
          </a:lstStyle>
          <a:p>
            <a:pPr algn="l"/>
            <a:r>
              <a:rPr lang="en-US" sz="75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7" name="lead Placeholder"/>
          <p:cNvSpPr>
            <a:spLocks noGrp="1"/>
          </p:cNvSpPr>
          <p:nvPr>
            <p:ph type="subTitle" idx="3"/>
          </p:nvPr>
        </p:nvSpPr>
        <p:spPr>
          <a:xfrm>
            <a:off x="6096000" y="8858250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8" name="takeaway Placeholder"/>
          <p:cNvSpPr>
            <a:spLocks noGrp="1"/>
          </p:cNvSpPr>
          <p:nvPr>
            <p:ph type="body" idx="4"/>
          </p:nvPr>
        </p:nvSpPr>
        <p:spPr>
          <a:xfrm>
            <a:off x="952500" y="11239500"/>
            <a:ext cx="4762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150"/>
            </a:lvl1pPr>
          </a:lstStyle>
          <a:p>
            <a:pPr algn="l" marL="0" indent="0">
              <a:buNone/>
            </a:pPr>
            <a:r>
              <a:rPr lang="en-US" sz="31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9" name="main-copy Placeholder"/>
          <p:cNvSpPr>
            <a:spLocks noGrp="1"/>
          </p:cNvSpPr>
          <p:nvPr>
            <p:ph type="body" idx="5"/>
          </p:nvPr>
        </p:nvSpPr>
        <p:spPr>
          <a:xfrm>
            <a:off x="6096000" y="1133475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C1A7B3A8-56EC-4615-9AD3-380DE569C104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73733377"/>
      </p:ext>
    </p:extLst>
  </p:cSld>
  <p:clrMapOvr>
    <a:masterClrMapping/>
  </p:clrMapOvr>
  <p:hf hdr="0" dt="0" ftr="0" sldNum="1"/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952500" y="13239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C8CCCF"/>
            </a:solidFill>
          </a:ln>
        </p:spPr>
      </p:sp>
      <p:sp>
        <p:nvSpPr>
          <p:cNvPr id="3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857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952500" y="9525000"/>
            <a:ext cx="9906000" cy="2047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000"/>
            </a:lvl1pPr>
          </a:lstStyle>
          <a:p>
            <a:pPr algn="l"/>
            <a:r>
              <a:rPr lang="en-US" sz="6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3"/>
          </p:nvPr>
        </p:nvSpPr>
        <p:spPr>
          <a:xfrm>
            <a:off x="952500" y="12001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ntact Placeholder"/>
          <p:cNvSpPr>
            <a:spLocks noGrp="1"/>
          </p:cNvSpPr>
          <p:nvPr>
            <p:ph type="body" idx="4"/>
          </p:nvPr>
        </p:nvSpPr>
        <p:spPr>
          <a:xfrm>
            <a:off x="9525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losing Placeholder"/>
          <p:cNvSpPr>
            <a:spLocks noGrp="1"/>
          </p:cNvSpPr>
          <p:nvPr>
            <p:ph type="body" idx="5"/>
          </p:nvPr>
        </p:nvSpPr>
        <p:spPr>
          <a:xfrm>
            <a:off x="60960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FF3BF5C4-9C95-4689-B9DF-012E19D73C82}" type="slidenum"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19221474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4 Editor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txStyles>
    <p:titleStyle>
      <a:lvl1pPr algn="ctr" defTabSz="457200" rtl="0" eaLnBrk="1" latinLnBrk="0" hangingPunct="1">
        <a:spcBef>
          <a:spcPct val="0"/>
        </a:spcBef>
        <a:buNone/>
        <a:defRPr sz="5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b1ff45b7438bc50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b1ff45b7438bc50a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b1ff45b7438bc50a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b1ff45b7438bc50a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b1ff45b7438bc50a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b1ff45b7438bc50a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b1ff45b7438bc50a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  <Relationship Id="rId5" Type="http://schemas.openxmlformats.org/officeDocument/2006/relationships/image" Target="../media/image_b1ff45b7438bc50a.png"/>
  <Relationship Id="rId6" Type="http://schemas.openxmlformats.org/officeDocument/2006/relationships/image" Target="../media/image_b1ff45b7438bc50a.png"/>
  <Relationship Id="rId7" Type="http://schemas.openxmlformats.org/officeDocument/2006/relationships/image" Target="../media/image_b1ff45b7438bc50a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  <Relationship Id="rId4" Type="http://schemas.openxmlformats.org/officeDocument/2006/relationships/image" Target="../media/image_b1ff45b7438bc50a.png"/>
  <Relationship Id="rId5" Type="http://schemas.openxmlformats.org/officeDocument/2006/relationships/image" Target="../media/image_b1ff45b7438bc50a.png"/>
  <Relationship Id="rId6" Type="http://schemas.openxmlformats.org/officeDocument/2006/relationships/image" Target="../media/image_b1ff45b7438bc50a.png"/>
  <Relationship Id="rId7" Type="http://schemas.openxmlformats.org/officeDocument/2006/relationships/image" Target="../media/image_b1ff45b7438bc50a.png"/>
  <Relationship Id="rId8" Type="http://schemas.openxmlformats.org/officeDocument/2006/relationships/image" Target="../media/image_b1ff45b7438bc50a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  <Relationship Id="rId2" Type="http://schemas.openxmlformats.org/officeDocument/2006/relationships/image" Target="../media/image_b1ff45b7438bc50a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b1ff45b7438bc50a.png"/>
  <Relationship Id="rId3" Type="http://schemas.openxmlformats.org/officeDocument/2006/relationships/image" Target="../media/image_b1ff45b7438bc50a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b1ff45b7438bc50a.pn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4652" t="0" r="14652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667500"/>
            <a:ext cx="11811000" cy="10039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952500" y="95250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spc="22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52500" y="10763250"/>
            <a:ext cx="990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7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7" name="subtitle Placeholder Carrier"/>
          <p:cNvSpPr txBox="1"/>
          <p:nvPr>
            <p:ph type="subTitle" idx="4"/>
          </p:nvPr>
        </p:nvSpPr>
        <p:spPr>
          <a:xfrm>
            <a:off x="952500" y="13620750"/>
            <a:ext cx="8191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edition Placeholder Carrier"/>
          <p:cNvSpPr txBox="1"/>
          <p:nvPr>
            <p:ph type="dt" idx="5"/>
          </p:nvPr>
        </p:nvSpPr>
        <p:spPr>
          <a:xfrm>
            <a:off x="952500" y="15525750"/>
            <a:ext cx="9906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4652" t="0" r="14652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667500"/>
            <a:ext cx="11811000" cy="10039350"/>
          </a:xfrm>
          <a:prstGeom prst="rect">
            <a:avLst/>
          </a:prstGeom>
          <a:gradFill>
            <a:gsLst>
              <a:gs pos="0">
                <a:srgbClr val="000000">
                  <a:alpha val="500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chapter-number Placeholder Carrier"/>
          <p:cNvSpPr txBox="1"/>
          <p:nvPr>
            <p:ph type="body" idx="2"/>
          </p:nvPr>
        </p:nvSpPr>
        <p:spPr>
          <a:xfrm>
            <a:off x="952500" y="952500"/>
            <a:ext cx="99060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12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52500" y="11525250"/>
            <a:ext cx="9906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6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description Placeholder Carrier"/>
          <p:cNvSpPr txBox="1"/>
          <p:nvPr>
            <p:ph type="body" idx="4"/>
          </p:nvPr>
        </p:nvSpPr>
        <p:spPr>
          <a:xfrm>
            <a:off x="952500" y="14001750"/>
            <a:ext cx="80962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952500" y="4143375"/>
            <a:ext cx="990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body-left Placeholder Carrier"/>
          <p:cNvSpPr txBox="1"/>
          <p:nvPr>
            <p:ph type="body" idx="4"/>
          </p:nvPr>
        </p:nvSpPr>
        <p:spPr>
          <a:xfrm>
            <a:off x="952500" y="5905500"/>
            <a:ext cx="4762500" cy="647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body-right Placeholder Carrier"/>
          <p:cNvSpPr txBox="1"/>
          <p:nvPr>
            <p:ph type="body" idx="5"/>
          </p:nvPr>
        </p:nvSpPr>
        <p:spPr>
          <a:xfrm>
            <a:off x="6096000" y="5905500"/>
            <a:ext cx="4762500" cy="647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0" name="takeaway Placeholder Carrier"/>
          <p:cNvSpPr txBox="1"/>
          <p:nvPr>
            <p:ph type="body" idx="6"/>
          </p:nvPr>
        </p:nvSpPr>
        <p:spPr>
          <a:xfrm>
            <a:off x="952500" y="1343025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952500" y="4143375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main-copy Placeholder Carrier"/>
          <p:cNvSpPr txBox="1"/>
          <p:nvPr>
            <p:ph type="body" idx="4"/>
          </p:nvPr>
        </p:nvSpPr>
        <p:spPr>
          <a:xfrm>
            <a:off x="952500" y="5619750"/>
            <a:ext cx="6477000" cy="638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9" name="side-copy Placeholder Carrier"/>
          <p:cNvSpPr txBox="1"/>
          <p:nvPr>
            <p:ph type="body" idx="5"/>
          </p:nvPr>
        </p:nvSpPr>
        <p:spPr>
          <a:xfrm>
            <a:off x="7810500" y="5619750"/>
            <a:ext cx="3048000" cy="638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10" name="takeaway Placeholder Carrier"/>
          <p:cNvSpPr txBox="1"/>
          <p:nvPr>
            <p:ph type="body" idx="6"/>
          </p:nvPr>
        </p:nvSpPr>
        <p:spPr>
          <a:xfrm>
            <a:off x="952500" y="13239750"/>
            <a:ext cx="9906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9597" r="0" b="19597"/>
          <a:stretch>
            <a:fillRect/>
          </a:stretch>
        </p:blipFill>
        <p:spPr>
          <a:xfrm>
            <a:off x="0" y="9525000"/>
            <a:ext cx="11811000" cy="71818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14192250"/>
            <a:ext cx="11811000" cy="2514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4"/>
          </p:nvPr>
        </p:nvSpPr>
        <p:spPr>
          <a:xfrm>
            <a:off x="952500" y="4095750"/>
            <a:ext cx="9906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body-left Placeholder Carrier"/>
          <p:cNvSpPr txBox="1"/>
          <p:nvPr>
            <p:ph type="body" idx="5"/>
          </p:nvPr>
        </p:nvSpPr>
        <p:spPr>
          <a:xfrm>
            <a:off x="9525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body-right Placeholder Carrier"/>
          <p:cNvSpPr txBox="1"/>
          <p:nvPr>
            <p:ph type="body" idx="6"/>
          </p:nvPr>
        </p:nvSpPr>
        <p:spPr>
          <a:xfrm>
            <a:off x="60960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0" name="caption Placeholder Carrier"/>
          <p:cNvSpPr txBox="1"/>
          <p:nvPr>
            <p:ph type="body" idx="7"/>
          </p:nvPr>
        </p:nvSpPr>
        <p:spPr>
          <a:xfrm>
            <a:off x="952500" y="15573375"/>
            <a:ext cx="8096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8"/>
          </p:nvPr>
        </p:nvSpPr>
        <p:spPr>
          <a:xfrm>
            <a:off x="9906000" y="15573375"/>
            <a:ext cx="952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32896" t="0" r="32896" b="0"/>
          <a:stretch>
            <a:fillRect/>
          </a:stretch>
        </p:blipFill>
        <p:spPr>
          <a:xfrm>
            <a:off x="6096000" y="0"/>
            <a:ext cx="5715000" cy="16706850"/>
          </a:xfrm>
          <a:prstGeom prst="rect">
            <a:avLst/>
          </a:prstGeom>
        </p:spPr>
      </p:pic>
      <p:sp>
        <p:nvSpPr>
          <p:cNvPr id="4" name="kicker Placeholder Carrier"/>
          <p:cNvSpPr txBox="1"/>
          <p:nvPr>
            <p:ph type="body" idx="2"/>
          </p:nvPr>
        </p:nvSpPr>
        <p:spPr>
          <a:xfrm>
            <a:off x="952500" y="952500"/>
            <a:ext cx="4191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3"/>
          </p:nvPr>
        </p:nvSpPr>
        <p:spPr>
          <a:xfrm>
            <a:off x="952500" y="2476500"/>
            <a:ext cx="4191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4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lead Placeholder Carrier"/>
          <p:cNvSpPr txBox="1"/>
          <p:nvPr>
            <p:ph type="subTitle" idx="4"/>
          </p:nvPr>
        </p:nvSpPr>
        <p:spPr>
          <a:xfrm>
            <a:off x="952500" y="6096000"/>
            <a:ext cx="4191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main-copy Placeholder Carrier"/>
          <p:cNvSpPr txBox="1"/>
          <p:nvPr>
            <p:ph type="body" idx="5"/>
          </p:nvPr>
        </p:nvSpPr>
        <p:spPr>
          <a:xfrm>
            <a:off x="952500" y="8572500"/>
            <a:ext cx="41910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caption Placeholder Carrier"/>
          <p:cNvSpPr txBox="1"/>
          <p:nvPr>
            <p:ph type="body" idx="6"/>
          </p:nvPr>
        </p:nvSpPr>
        <p:spPr>
          <a:xfrm>
            <a:off x="952500" y="1419225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0" r="50000" b="0"/>
          <a:stretch>
            <a:fillRect/>
          </a:stretch>
        </p:blipFill>
        <p:spPr>
          <a:xfrm>
            <a:off x="0" y="0"/>
            <a:ext cx="11811000" cy="11811000"/>
          </a:xfrm>
          <a:prstGeom prst="rect">
            <a:avLst/>
          </a:prstGeom>
        </p:spPr>
      </p:pic>
      <p:sp>
        <p:nvSpPr>
          <p:cNvPr id="4" name="kicker Placeholder Carrier"/>
          <p:cNvSpPr txBox="1"/>
          <p:nvPr>
            <p:ph type="body" idx="2"/>
          </p:nvPr>
        </p:nvSpPr>
        <p:spPr>
          <a:xfrm>
            <a:off x="952500" y="12382500"/>
            <a:ext cx="9525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3"/>
          </p:nvPr>
        </p:nvSpPr>
        <p:spPr>
          <a:xfrm>
            <a:off x="952500" y="13049250"/>
            <a:ext cx="9525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6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folio Placeholder Carrier"/>
          <p:cNvSpPr txBox="1"/>
          <p:nvPr>
            <p:ph type="sldNum" idx="4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0000" t="0" r="0" b="0"/>
          <a:stretch>
            <a:fillRect/>
          </a:stretch>
        </p:blipFill>
        <p:spPr>
          <a:xfrm>
            <a:off x="0" y="0"/>
            <a:ext cx="11811000" cy="11811000"/>
          </a:xfrm>
          <a:prstGeom prst="rect">
            <a:avLst/>
          </a:prstGeom>
        </p:spPr>
      </p:pic>
      <p:sp>
        <p:nvSpPr>
          <p:cNvPr id="4" name="main-copy Placeholder Carrier"/>
          <p:cNvSpPr txBox="1"/>
          <p:nvPr>
            <p:ph type="body" idx="2"/>
          </p:nvPr>
        </p:nvSpPr>
        <p:spPr>
          <a:xfrm>
            <a:off x="1333500" y="12477750"/>
            <a:ext cx="952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5" name="caption Placeholder Carrier"/>
          <p:cNvSpPr txBox="1"/>
          <p:nvPr>
            <p:ph type="body" idx="3"/>
          </p:nvPr>
        </p:nvSpPr>
        <p:spPr>
          <a:xfrm>
            <a:off x="1333500" y="1476375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6" name="folio Placeholder Carrier"/>
          <p:cNvSpPr txBox="1"/>
          <p:nvPr>
            <p:ph type="sldNum" idx="4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lead Placeholder Carrier"/>
          <p:cNvSpPr txBox="1"/>
          <p:nvPr>
            <p:ph type="subTitle" idx="3"/>
          </p:nvPr>
        </p:nvSpPr>
        <p:spPr>
          <a:xfrm>
            <a:off x="952500" y="4143375"/>
            <a:ext cx="9906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grpSp>
        <p:nvGrpSpPr>
          <p:cNvPr id="10" name="step-1 Proxy Content"/>
          <p:cNvGrpSpPr/>
          <p:nvPr/>
        </p:nvGrpSpPr>
        <p:grpSpPr>
          <a:xfrm>
            <a:off x="952500" y="5638800"/>
            <a:ext cx="3562849" cy="762000"/>
            <a:chOff x="952500" y="5638800"/>
            <a:chExt cx="3562849" cy="762000"/>
          </a:xfrm>
        </p:grpSpPr>
        <p:sp>
          <p:nvSpPr>
            <p:cNvPr id="7" name="Ellipse 7"/>
            <p:cNvSpPr/>
            <p:nvPr/>
          </p:nvSpPr>
          <p:spPr>
            <a:xfrm>
              <a:off x="952500" y="563880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0777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5593" y="5888355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4046" y="5725478"/>
              <a:ext cx="1861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{{STEP_1}}</a:t>
              </a:r>
            </a:p>
          </p:txBody>
        </p:sp>
      </p:grpSp>
      <p:grpSp>
        <p:nvGrpSpPr>
          <p:cNvPr id="14" name="step-2 Proxy Content"/>
          <p:cNvGrpSpPr/>
          <p:nvPr/>
        </p:nvGrpSpPr>
        <p:grpSpPr>
          <a:xfrm>
            <a:off x="952500" y="8115300"/>
            <a:ext cx="3562849" cy="762000"/>
            <a:chOff x="952500" y="8115300"/>
            <a:chExt cx="3562849" cy="762000"/>
          </a:xfrm>
        </p:grpSpPr>
        <p:sp>
          <p:nvSpPr>
            <p:cNvPr id="11" name="Ellipse 11"/>
            <p:cNvSpPr/>
            <p:nvPr/>
          </p:nvSpPr>
          <p:spPr>
            <a:xfrm>
              <a:off x="952500" y="811530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0777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65593" y="8364855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4046" y="8201978"/>
              <a:ext cx="1861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{{STEP_2}}</a:t>
              </a:r>
            </a:p>
          </p:txBody>
        </p:sp>
      </p:grpSp>
      <p:grpSp>
        <p:nvGrpSpPr>
          <p:cNvPr id="18" name="step-3 Proxy Content"/>
          <p:cNvGrpSpPr/>
          <p:nvPr/>
        </p:nvGrpSpPr>
        <p:grpSpPr>
          <a:xfrm>
            <a:off x="952500" y="10591800"/>
            <a:ext cx="3562849" cy="762000"/>
            <a:chOff x="952500" y="10591800"/>
            <a:chExt cx="3562849" cy="762000"/>
          </a:xfrm>
        </p:grpSpPr>
        <p:sp>
          <p:nvSpPr>
            <p:cNvPr id="15" name="Ellipse 15"/>
            <p:cNvSpPr/>
            <p:nvPr/>
          </p:nvSpPr>
          <p:spPr>
            <a:xfrm>
              <a:off x="952500" y="1059180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077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5593" y="10841355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4046" y="10678478"/>
              <a:ext cx="1861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{{STEP_3}}</a:t>
              </a:r>
            </a:p>
          </p:txBody>
        </p:sp>
      </p:grpSp>
      <p:grpSp>
        <p:nvGrpSpPr>
          <p:cNvPr id="22" name="step-4 Proxy Content"/>
          <p:cNvGrpSpPr/>
          <p:nvPr/>
        </p:nvGrpSpPr>
        <p:grpSpPr>
          <a:xfrm>
            <a:off x="952500" y="13068300"/>
            <a:ext cx="3562849" cy="762000"/>
            <a:chOff x="952500" y="13068300"/>
            <a:chExt cx="3562849" cy="762000"/>
          </a:xfrm>
        </p:grpSpPr>
        <p:sp>
          <p:nvSpPr>
            <p:cNvPr id="19" name="Ellipse 19"/>
            <p:cNvSpPr/>
            <p:nvPr/>
          </p:nvSpPr>
          <p:spPr>
            <a:xfrm>
              <a:off x="952500" y="1306830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077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5593" y="13317855"/>
              <a:ext cx="33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4046" y="13154978"/>
              <a:ext cx="1861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{{STEP_4}}</a:t>
              </a:r>
            </a:p>
          </p:txBody>
        </p:sp>
      </p:grpSp>
      <p:sp>
        <p:nvSpPr>
          <p:cNvPr id="23" name="folio Placeholder Carrier"/>
          <p:cNvSpPr txBox="1"/>
          <p:nvPr>
            <p:ph type="sldNum" idx="8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952500" y="56197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5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952500" y="80962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6" name="Placeholder Binding obj 6" hidden="1"/>
          <p:cNvSpPr>
            <a:spLocks noGrp="1"/>
          </p:cNvSpPr>
          <p:nvPr>
            <p:ph type="obj" idx="6"/>
          </p:nvPr>
        </p:nvSpPr>
        <p:spPr>
          <a:xfrm>
            <a:off x="952500" y="105727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7" name="Placeholder Binding obj 7" hidden="1"/>
          <p:cNvSpPr>
            <a:spLocks noGrp="1"/>
          </p:cNvSpPr>
          <p:nvPr>
            <p:ph type="obj" idx="7"/>
          </p:nvPr>
        </p:nvSpPr>
        <p:spPr>
          <a:xfrm>
            <a:off x="952500" y="13049250"/>
            <a:ext cx="9906000" cy="185737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4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5" name="lead Placeholder Carrier"/>
          <p:cNvSpPr txBox="1"/>
          <p:nvPr>
            <p:ph type="subTitle" idx="3"/>
          </p:nvPr>
        </p:nvSpPr>
        <p:spPr>
          <a:xfrm>
            <a:off x="952500" y="4143375"/>
            <a:ext cx="9906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grpSp>
        <p:nvGrpSpPr>
          <p:cNvPr id="13" name="information Proxy Content"/>
          <p:cNvGrpSpPr/>
          <p:nvPr/>
        </p:nvGrpSpPr>
        <p:grpSpPr>
          <a:xfrm>
            <a:off x="941832" y="5829300"/>
            <a:ext cx="9916668" cy="6086475"/>
            <a:chOff x="941832" y="5829300"/>
            <a:chExt cx="9916668" cy="6086475"/>
          </a:xfrm>
        </p:grpSpPr>
        <p:sp>
          <p:nvSpPr>
            <p:cNvPr id="6" name="Line 6"/>
            <p:cNvSpPr/>
            <p:nvPr/>
          </p:nvSpPr>
          <p:spPr>
            <a:xfrm>
              <a:off x="952500" y="58293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>
              <a:solidFill>
                <a:srgbClr val="70777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1832" y="6107430"/>
              <a:ext cx="28436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20262A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6762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70777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8048625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9334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10620375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C8CCC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52500" y="11906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70777B"/>
              </a:solidFill>
            </a:ln>
          </p:spPr>
        </p:sp>
      </p:grpSp>
      <p:sp>
        <p:nvSpPr>
          <p:cNvPr id="14" name="source Placeholder Carrier"/>
          <p:cNvSpPr txBox="1"/>
          <p:nvPr>
            <p:ph type="body" idx="5"/>
          </p:nvPr>
        </p:nvSpPr>
        <p:spPr>
          <a:xfrm>
            <a:off x="952500" y="12287250"/>
            <a:ext cx="9906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takeaway Placeholder Carrier"/>
          <p:cNvSpPr txBox="1"/>
          <p:nvPr>
            <p:ph type="body" idx="6"/>
          </p:nvPr>
        </p:nvSpPr>
        <p:spPr>
          <a:xfrm>
            <a:off x="952500" y="13620750"/>
            <a:ext cx="9906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6" name="folio Placeholder Carrier"/>
          <p:cNvSpPr txBox="1"/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952500" y="5810250"/>
            <a:ext cx="9906000" cy="6191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wid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0162" r="0" b="20161"/>
          <a:stretch>
            <a:fillRect/>
          </a:stretch>
        </p:blipFill>
        <p:spPr>
          <a:xfrm>
            <a:off x="0" y="0"/>
            <a:ext cx="11811000" cy="7048500"/>
          </a:xfrm>
          <a:prstGeom prst="rect">
            <a:avLst/>
          </a:prstGeom>
        </p:spPr>
      </p:pic>
      <p:pic>
        <p:nvPicPr>
          <p:cNvPr id="4" name="photo-left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8334" r="0" b="8333"/>
          <a:stretch>
            <a:fillRect/>
          </a:stretch>
        </p:blipFill>
        <p:spPr>
          <a:xfrm>
            <a:off x="0" y="7429500"/>
            <a:ext cx="5715000" cy="4762500"/>
          </a:xfrm>
          <a:prstGeom prst="rect">
            <a:avLst/>
          </a:prstGeom>
        </p:spPr>
      </p:pic>
      <p:pic>
        <p:nvPicPr>
          <p:cNvPr id="5" name="photo-right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0" t="8334" r="0" b="8333"/>
          <a:stretch>
            <a:fillRect/>
          </a:stretch>
        </p:blipFill>
        <p:spPr>
          <a:xfrm>
            <a:off x="6096000" y="7429500"/>
            <a:ext cx="5715000" cy="4762500"/>
          </a:xfrm>
          <a:prstGeom prst="rect">
            <a:avLst/>
          </a:prstGeom>
        </p:spPr>
      </p:pic>
      <p:sp>
        <p:nvSpPr>
          <p:cNvPr id="6" name="title Placeholder Carrier"/>
          <p:cNvSpPr txBox="1"/>
          <p:nvPr>
            <p:ph type="title" idx="4"/>
          </p:nvPr>
        </p:nvSpPr>
        <p:spPr>
          <a:xfrm>
            <a:off x="952500" y="12763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5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5"/>
          </p:nvPr>
        </p:nvSpPr>
        <p:spPr>
          <a:xfrm>
            <a:off x="952500" y="14001750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source Placeholder Carrier"/>
          <p:cNvSpPr txBox="1"/>
          <p:nvPr>
            <p:ph type="body" idx="6"/>
          </p:nvPr>
        </p:nvSpPr>
        <p:spPr>
          <a:xfrm>
            <a:off x="952500" y="1533525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66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lead Placeholder Carrier"/>
          <p:cNvSpPr txBox="1"/>
          <p:nvPr>
            <p:ph type="subTitle" idx="3"/>
          </p:nvPr>
        </p:nvSpPr>
        <p:spPr>
          <a:xfrm>
            <a:off x="952500" y="4857750"/>
            <a:ext cx="3048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9" name="main-copy Placeholder Carrier"/>
          <p:cNvSpPr txBox="1"/>
          <p:nvPr>
            <p:ph type="body" idx="4"/>
          </p:nvPr>
        </p:nvSpPr>
        <p:spPr>
          <a:xfrm>
            <a:off x="4381500" y="5334000"/>
            <a:ext cx="6477000" cy="352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0" name="focal Placeholder Carrier"/>
          <p:cNvSpPr txBox="1"/>
          <p:nvPr>
            <p:ph type="body" idx="5"/>
          </p:nvPr>
        </p:nvSpPr>
        <p:spPr>
          <a:xfrm>
            <a:off x="952500" y="7191375"/>
            <a:ext cx="304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1" name="takeaway Placeholder Carrier"/>
          <p:cNvSpPr txBox="1"/>
          <p:nvPr>
            <p:ph type="body" idx="6"/>
          </p:nvPr>
        </p:nvSpPr>
        <p:spPr>
          <a:xfrm>
            <a:off x="952500" y="10287000"/>
            <a:ext cx="6477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3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2" name="body-left Placeholder Carrier"/>
          <p:cNvSpPr txBox="1"/>
          <p:nvPr>
            <p:ph type="body" idx="7"/>
          </p:nvPr>
        </p:nvSpPr>
        <p:spPr>
          <a:xfrm>
            <a:off x="952500" y="12763500"/>
            <a:ext cx="47625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13" name="body-right Placeholder Carrier"/>
          <p:cNvSpPr txBox="1"/>
          <p:nvPr>
            <p:ph type="body" idx="8"/>
          </p:nvPr>
        </p:nvSpPr>
        <p:spPr>
          <a:xfrm>
            <a:off x="6096000" y="12001500"/>
            <a:ext cx="4762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4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952500" y="20955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7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body-top Placeholder Carrier"/>
          <p:cNvSpPr txBox="1"/>
          <p:nvPr>
            <p:ph type="body" idx="3"/>
          </p:nvPr>
        </p:nvSpPr>
        <p:spPr>
          <a:xfrm>
            <a:off x="952500" y="4857750"/>
            <a:ext cx="64770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Left</a:t>
            </a:r>
          </a:p>
        </p:txBody>
      </p:sp>
      <p:sp>
        <p:nvSpPr>
          <p:cNvPr id="9" name="note-top Placeholder Carrier"/>
          <p:cNvSpPr txBox="1"/>
          <p:nvPr>
            <p:ph type="body" idx="4"/>
          </p:nvPr>
        </p:nvSpPr>
        <p:spPr>
          <a:xfrm>
            <a:off x="7810500" y="6000750"/>
            <a:ext cx="3048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10" name="takeaway Placeholder Carrier"/>
          <p:cNvSpPr txBox="1"/>
          <p:nvPr>
            <p:ph type="body" idx="5"/>
          </p:nvPr>
        </p:nvSpPr>
        <p:spPr>
          <a:xfrm>
            <a:off x="2667000" y="8667750"/>
            <a:ext cx="8191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6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1" name="body-bottom Placeholder Carrier"/>
          <p:cNvSpPr txBox="1"/>
          <p:nvPr>
            <p:ph type="body" idx="6"/>
          </p:nvPr>
        </p:nvSpPr>
        <p:spPr>
          <a:xfrm>
            <a:off x="952500" y="11049000"/>
            <a:ext cx="6477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Right</a:t>
            </a:r>
          </a:p>
        </p:txBody>
      </p:sp>
      <p:sp>
        <p:nvSpPr>
          <p:cNvPr id="12" name="note-bottom Placeholder Carrier"/>
          <p:cNvSpPr txBox="1"/>
          <p:nvPr>
            <p:ph type="body" idx="7"/>
          </p:nvPr>
        </p:nvSpPr>
        <p:spPr>
          <a:xfrm>
            <a:off x="7810500" y="11811000"/>
            <a:ext cx="3048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2</a:t>
            </a:r>
          </a:p>
        </p:txBody>
      </p:sp>
      <p:sp>
        <p:nvSpPr>
          <p:cNvPr id="13" name="source Placeholder Carrier"/>
          <p:cNvSpPr txBox="1"/>
          <p:nvPr>
            <p:ph type="body" idx="8"/>
          </p:nvPr>
        </p:nvSpPr>
        <p:spPr>
          <a:xfrm>
            <a:off x="952500" y="1543050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952500" y="20955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63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9" name="photo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22000" t="0" r="22000" b="0"/>
          <a:stretch>
            <a:fillRect/>
          </a:stretch>
        </p:blipFill>
        <p:spPr>
          <a:xfrm>
            <a:off x="0" y="4857750"/>
            <a:ext cx="4000500" cy="7143750"/>
          </a:xfrm>
          <a:prstGeom prst="rect">
            <a:avLst/>
          </a:prstGeom>
        </p:spPr>
      </p:pic>
      <p:sp>
        <p:nvSpPr>
          <p:cNvPr id="10" name="entry-1 Placeholder Carrier"/>
          <p:cNvSpPr txBox="1"/>
          <p:nvPr>
            <p:ph type="body" idx="4"/>
          </p:nvPr>
        </p:nvSpPr>
        <p:spPr>
          <a:xfrm>
            <a:off x="4381500" y="52387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1</a:t>
            </a:r>
          </a:p>
        </p:txBody>
      </p:sp>
      <p:sp>
        <p:nvSpPr>
          <p:cNvPr id="11" name="entry-2 Placeholder Carrier"/>
          <p:cNvSpPr txBox="1"/>
          <p:nvPr>
            <p:ph type="body" idx="5"/>
          </p:nvPr>
        </p:nvSpPr>
        <p:spPr>
          <a:xfrm>
            <a:off x="4381500" y="762000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2</a:t>
            </a:r>
          </a:p>
        </p:txBody>
      </p:sp>
      <p:sp>
        <p:nvSpPr>
          <p:cNvPr id="12" name="entry-3 Placeholder Carrier"/>
          <p:cNvSpPr txBox="1"/>
          <p:nvPr>
            <p:ph type="body" idx="6"/>
          </p:nvPr>
        </p:nvSpPr>
        <p:spPr>
          <a:xfrm>
            <a:off x="4381500" y="100012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Index 3</a:t>
            </a:r>
          </a:p>
        </p:txBody>
      </p:sp>
      <p:sp>
        <p:nvSpPr>
          <p:cNvPr id="13" name="lead Placeholder Carrier"/>
          <p:cNvSpPr txBox="1"/>
          <p:nvPr>
            <p:ph type="subTitle" idx="7"/>
          </p:nvPr>
        </p:nvSpPr>
        <p:spPr>
          <a:xfrm>
            <a:off x="952500" y="12954000"/>
            <a:ext cx="3048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4" name="main-copy Placeholder Carrier"/>
          <p:cNvSpPr txBox="1"/>
          <p:nvPr>
            <p:ph type="body" idx="8"/>
          </p:nvPr>
        </p:nvSpPr>
        <p:spPr>
          <a:xfrm>
            <a:off x="4381500" y="12954000"/>
            <a:ext cx="6477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5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6250" t="0" r="6250" b="0"/>
          <a:stretch>
            <a:fillRect/>
          </a:stretch>
        </p:blipFill>
        <p:spPr>
          <a:xfrm>
            <a:off x="0" y="0"/>
            <a:ext cx="4000500" cy="4572000"/>
          </a:xfrm>
          <a:prstGeom prst="rect">
            <a:avLst/>
          </a:prstGeom>
        </p:spPr>
      </p:pic>
      <p:pic>
        <p:nvPicPr>
          <p:cNvPr id="4" name="photo-2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20834" t="0" r="20833" b="0"/>
          <a:stretch>
            <a:fillRect/>
          </a:stretch>
        </p:blipFill>
        <p:spPr>
          <a:xfrm>
            <a:off x="0" y="4953000"/>
            <a:ext cx="4000500" cy="6858000"/>
          </a:xfrm>
          <a:prstGeom prst="rect">
            <a:avLst/>
          </a:prstGeom>
        </p:spPr>
      </p:pic>
      <p:pic>
        <p:nvPicPr>
          <p:cNvPr id="5" name="photo-3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28378" t="0" r="28379" b="0"/>
          <a:stretch>
            <a:fillRect/>
          </a:stretch>
        </p:blipFill>
        <p:spPr>
          <a:xfrm>
            <a:off x="4381500" y="0"/>
            <a:ext cx="3048000" cy="7048500"/>
          </a:xfrm>
          <a:prstGeom prst="rect">
            <a:avLst/>
          </a:prstGeom>
        </p:spPr>
      </p:pic>
      <p:pic>
        <p:nvPicPr>
          <p:cNvPr id="6" name="photo-4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15218" t="0" r="15217" b="0"/>
          <a:stretch>
            <a:fillRect/>
          </a:stretch>
        </p:blipFill>
        <p:spPr>
          <a:xfrm>
            <a:off x="4381500" y="7429500"/>
            <a:ext cx="3048000" cy="4381500"/>
          </a:xfrm>
          <a:prstGeom prst="rect">
            <a:avLst/>
          </a:prstGeom>
        </p:spPr>
      </p:pic>
      <p:pic>
        <p:nvPicPr>
          <p:cNvPr id="7" name="photo-5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0" t="7143" r="0" b="7143"/>
          <a:stretch>
            <a:fillRect/>
          </a:stretch>
        </p:blipFill>
        <p:spPr>
          <a:xfrm>
            <a:off x="7810500" y="0"/>
            <a:ext cx="4000500" cy="3429000"/>
          </a:xfrm>
          <a:prstGeom prst="rect">
            <a:avLst/>
          </a:prstGeom>
        </p:spPr>
      </p:pic>
      <p:pic>
        <p:nvPicPr>
          <p:cNvPr id="8" name="photo-6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25000" t="0" r="25000" b="0"/>
          <a:stretch>
            <a:fillRect/>
          </a:stretch>
        </p:blipFill>
        <p:spPr>
          <a:xfrm>
            <a:off x="7810500" y="3810000"/>
            <a:ext cx="4000500" cy="8001000"/>
          </a:xfrm>
          <a:prstGeom prst="rect">
            <a:avLst/>
          </a:prstGeom>
        </p:spPr>
      </p:pic>
      <p:sp>
        <p:nvSpPr>
          <p:cNvPr id="9" name="title Placeholder Carrier"/>
          <p:cNvSpPr txBox="1"/>
          <p:nvPr>
            <p:ph type="title" idx="7"/>
          </p:nvPr>
        </p:nvSpPr>
        <p:spPr>
          <a:xfrm>
            <a:off x="952500" y="12573000"/>
            <a:ext cx="9906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0" name="source Placeholder Carrier"/>
          <p:cNvSpPr txBox="1"/>
          <p:nvPr>
            <p:ph type="body" idx="8"/>
          </p:nvPr>
        </p:nvSpPr>
        <p:spPr>
          <a:xfrm>
            <a:off x="952500" y="14573250"/>
            <a:ext cx="8191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4" name="title Placeholder Carrier"/>
          <p:cNvSpPr txBox="1"/>
          <p:nvPr>
            <p:ph type="title" idx="2"/>
          </p:nvPr>
        </p:nvSpPr>
        <p:spPr>
          <a:xfrm>
            <a:off x="952500" y="1952625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51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5" name="photo-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17308" r="0" b="17307"/>
          <a:stretch>
            <a:fillRect/>
          </a:stretch>
        </p:blipFill>
        <p:spPr>
          <a:xfrm>
            <a:off x="0" y="4857750"/>
            <a:ext cx="7429500" cy="4857750"/>
          </a:xfrm>
          <a:prstGeom prst="rect">
            <a:avLst/>
          </a:prstGeom>
        </p:spPr>
      </p:pic>
      <p:pic>
        <p:nvPicPr>
          <p:cNvPr id="6" name="photo-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8000" t="0" r="8000" b="0"/>
          <a:stretch>
            <a:fillRect/>
          </a:stretch>
        </p:blipFill>
        <p:spPr>
          <a:xfrm>
            <a:off x="7810500" y="3238500"/>
            <a:ext cx="4000500" cy="4762500"/>
          </a:xfrm>
          <a:prstGeom prst="rect">
            <a:avLst/>
          </a:prstGeom>
        </p:spPr>
      </p:pic>
      <p:pic>
        <p:nvPicPr>
          <p:cNvPr id="7" name="photo-3 Placeholder Carrier"/>
          <p:cNvPicPr>
            <a:picLocks noChangeAspect="1"/>
          </p:cNvPicPr>
          <p:nvPr>
            <p:ph type="pic" idx="5"/>
          </p:nvPr>
        </p:nvPicPr>
        <p:blipFill>
          <a:blip r:embed="rId4"/>
          <a:srcRect l="0" t="8334" r="0" b="8333"/>
          <a:stretch>
            <a:fillRect/>
          </a:stretch>
        </p:blipFill>
        <p:spPr>
          <a:xfrm>
            <a:off x="6096000" y="10287000"/>
            <a:ext cx="5715000" cy="4762500"/>
          </a:xfrm>
          <a:prstGeom prst="rect">
            <a:avLst/>
          </a:prstGeom>
        </p:spPr>
      </p:pic>
      <p:sp>
        <p:nvSpPr>
          <p:cNvPr id="8" name="note Placeholder Carrier"/>
          <p:cNvSpPr txBox="1"/>
          <p:nvPr>
            <p:ph type="body" idx="6"/>
          </p:nvPr>
        </p:nvSpPr>
        <p:spPr>
          <a:xfrm>
            <a:off x="7810500" y="8429625"/>
            <a:ext cx="3048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9" name="main-copy Placeholder Carrier"/>
          <p:cNvSpPr txBox="1"/>
          <p:nvPr>
            <p:ph type="body" idx="7"/>
          </p:nvPr>
        </p:nvSpPr>
        <p:spPr>
          <a:xfrm>
            <a:off x="952500" y="10668000"/>
            <a:ext cx="47625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0" name="source Placeholder Carrier"/>
          <p:cNvSpPr txBox="1"/>
          <p:nvPr>
            <p:ph type="body" idx="8"/>
          </p:nvPr>
        </p:nvSpPr>
        <p:spPr>
          <a:xfrm>
            <a:off x="952500" y="14382750"/>
            <a:ext cx="476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7420" r="0" b="27419"/>
          <a:stretch>
            <a:fillRect/>
          </a:stretch>
        </p:blipFill>
        <p:spPr>
          <a:xfrm>
            <a:off x="0" y="0"/>
            <a:ext cx="11811000" cy="5334000"/>
          </a:xfrm>
          <a:prstGeom prst="rect">
            <a:avLst/>
          </a:prstGeom>
        </p:spPr>
      </p:pic>
      <p:pic>
        <p:nvPicPr>
          <p:cNvPr id="4" name="photo-1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14286" r="0" b="14285"/>
          <a:stretch>
            <a:fillRect/>
          </a:stretch>
        </p:blipFill>
        <p:spPr>
          <a:xfrm>
            <a:off x="0" y="5715000"/>
            <a:ext cx="4000500" cy="2857500"/>
          </a:xfrm>
          <a:prstGeom prst="rect">
            <a:avLst/>
          </a:prstGeom>
        </p:spPr>
      </p:pic>
      <p:pic>
        <p:nvPicPr>
          <p:cNvPr id="5" name="photo-2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0" t="3125" r="0" b="3125"/>
          <a:stretch>
            <a:fillRect/>
          </a:stretch>
        </p:blipFill>
        <p:spPr>
          <a:xfrm>
            <a:off x="4381500" y="5715000"/>
            <a:ext cx="3048000" cy="2857500"/>
          </a:xfrm>
          <a:prstGeom prst="rect">
            <a:avLst/>
          </a:prstGeom>
        </p:spPr>
      </p:pic>
      <p:pic>
        <p:nvPicPr>
          <p:cNvPr id="6" name="photo-3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0" t="14286" r="0" b="14285"/>
          <a:stretch>
            <a:fillRect/>
          </a:stretch>
        </p:blipFill>
        <p:spPr>
          <a:xfrm>
            <a:off x="7810500" y="5715000"/>
            <a:ext cx="4000500" cy="2857500"/>
          </a:xfrm>
          <a:prstGeom prst="rect">
            <a:avLst/>
          </a:prstGeom>
        </p:spPr>
      </p:pic>
      <p:pic>
        <p:nvPicPr>
          <p:cNvPr id="7" name="photo-4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0" t="14286" r="0" b="14285"/>
          <a:stretch>
            <a:fillRect/>
          </a:stretch>
        </p:blipFill>
        <p:spPr>
          <a:xfrm>
            <a:off x="0" y="8953500"/>
            <a:ext cx="4000500" cy="2857500"/>
          </a:xfrm>
          <a:prstGeom prst="rect">
            <a:avLst/>
          </a:prstGeom>
        </p:spPr>
      </p:pic>
      <p:pic>
        <p:nvPicPr>
          <p:cNvPr id="8" name="photo-5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0" t="3125" r="0" b="3125"/>
          <a:stretch>
            <a:fillRect/>
          </a:stretch>
        </p:blipFill>
        <p:spPr>
          <a:xfrm>
            <a:off x="4381500" y="8953500"/>
            <a:ext cx="3048000" cy="2857500"/>
          </a:xfrm>
          <a:prstGeom prst="rect">
            <a:avLst/>
          </a:prstGeom>
        </p:spPr>
      </p:pic>
      <p:pic>
        <p:nvPicPr>
          <p:cNvPr id="9" name="photo-6 Placeholder Carrier"/>
          <p:cNvPicPr>
            <a:picLocks noChangeAspect="1"/>
          </p:cNvPicPr>
          <p:nvPr>
            <p:ph type="pic" idx="7"/>
          </p:nvPr>
        </p:nvPicPr>
        <p:blipFill>
          <a:blip r:embed="rId8"/>
          <a:srcRect l="0" t="14286" r="0" b="14285"/>
          <a:stretch>
            <a:fillRect/>
          </a:stretch>
        </p:blipFill>
        <p:spPr>
          <a:xfrm>
            <a:off x="7810500" y="8953500"/>
            <a:ext cx="4000500" cy="2857500"/>
          </a:xfrm>
          <a:prstGeom prst="rect">
            <a:avLst/>
          </a:prstGeom>
        </p:spPr>
      </p:pic>
      <p:sp>
        <p:nvSpPr>
          <p:cNvPr id="10" name="title Placeholder Carrier"/>
          <p:cNvSpPr txBox="1"/>
          <p:nvPr>
            <p:ph type="title" idx="8"/>
          </p:nvPr>
        </p:nvSpPr>
        <p:spPr>
          <a:xfrm>
            <a:off x="952500" y="1257300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6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1" name="source Placeholder Carrier"/>
          <p:cNvSpPr txBox="1"/>
          <p:nvPr>
            <p:ph type="body" idx="9"/>
          </p:nvPr>
        </p:nvSpPr>
        <p:spPr>
          <a:xfrm>
            <a:off x="952500" y="14382750"/>
            <a:ext cx="8191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folio Placeholder Carrier"/>
          <p:cNvSpPr txBox="1"/>
          <p:nvPr>
            <p:ph type="sldNum" idx="10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11290" t="0" r="11291" b="0"/>
          <a:stretch>
            <a:fillRect/>
          </a:stretch>
        </p:blipFill>
        <p:spPr>
          <a:xfrm>
            <a:off x="2667000" y="0"/>
            <a:ext cx="9144000" cy="1181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7143750"/>
            <a:ext cx="10477500" cy="3905250"/>
          </a:xfrm>
          <a:prstGeom prst="rect">
            <a:avLst/>
          </a:prstGeom>
          <a:solidFill>
            <a:srgbClr val="FFFFFF">
              <a:alpha val="94000"/>
            </a:srgbClr>
          </a:soli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952500" y="952500"/>
            <a:ext cx="13335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52500" y="7667625"/>
            <a:ext cx="9144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78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main-copy Placeholder Carrier"/>
          <p:cNvSpPr txBox="1"/>
          <p:nvPr>
            <p:ph type="body" idx="4"/>
          </p:nvPr>
        </p:nvSpPr>
        <p:spPr>
          <a:xfrm>
            <a:off x="952500" y="12668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source Placeholder Carrier"/>
          <p:cNvSpPr txBox="1"/>
          <p:nvPr>
            <p:ph type="body" idx="5"/>
          </p:nvPr>
        </p:nvSpPr>
        <p:spPr>
          <a:xfrm>
            <a:off x="7810500" y="12668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95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pic>
        <p:nvPicPr>
          <p:cNvPr id="7" name="photo-main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7500" t="0" r="7500" b="0"/>
          <a:stretch>
            <a:fillRect/>
          </a:stretch>
        </p:blipFill>
        <p:spPr>
          <a:xfrm>
            <a:off x="952500" y="4762500"/>
            <a:ext cx="6477000" cy="7620000"/>
          </a:xfrm>
          <a:prstGeom prst="rect">
            <a:avLst/>
          </a:prstGeom>
        </p:spPr>
      </p:pic>
      <p:pic>
        <p:nvPicPr>
          <p:cNvPr id="8" name="photo-detail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8000" t="0" r="8000" b="0"/>
          <a:stretch>
            <a:fillRect/>
          </a:stretch>
        </p:blipFill>
        <p:spPr>
          <a:xfrm>
            <a:off x="7810500" y="10096500"/>
            <a:ext cx="4000500" cy="4762500"/>
          </a:xfrm>
          <a:prstGeom prst="rect">
            <a:avLst/>
          </a:prstGeom>
        </p:spPr>
      </p:pic>
      <p:sp>
        <p:nvSpPr>
          <p:cNvPr id="9" name="note Placeholder Carrier"/>
          <p:cNvSpPr txBox="1"/>
          <p:nvPr>
            <p:ph type="body" idx="5"/>
          </p:nvPr>
        </p:nvSpPr>
        <p:spPr>
          <a:xfrm>
            <a:off x="7810500" y="7667625"/>
            <a:ext cx="266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Note 1</a:t>
            </a:r>
          </a:p>
        </p:txBody>
      </p:sp>
      <p:sp>
        <p:nvSpPr>
          <p:cNvPr id="10" name="main-copy Placeholder Carrier"/>
          <p:cNvSpPr txBox="1"/>
          <p:nvPr>
            <p:ph type="body" idx="6"/>
          </p:nvPr>
        </p:nvSpPr>
        <p:spPr>
          <a:xfrm>
            <a:off x="952500" y="13525500"/>
            <a:ext cx="6477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1" name="folio Placeholder Carrier"/>
          <p:cNvSpPr txBox="1"/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1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lead Placeholder Carrier"/>
          <p:cNvSpPr txBox="1"/>
          <p:nvPr>
            <p:ph type="subTitle" idx="3"/>
          </p:nvPr>
        </p:nvSpPr>
        <p:spPr>
          <a:xfrm>
            <a:off x="952500" y="4429125"/>
            <a:ext cx="64770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8" name="context Placeholder Carrier"/>
          <p:cNvSpPr txBox="1"/>
          <p:nvPr>
            <p:ph type="body" idx="4"/>
          </p:nvPr>
        </p:nvSpPr>
        <p:spPr>
          <a:xfrm>
            <a:off x="7810500" y="4429125"/>
            <a:ext cx="30480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grpSp>
        <p:nvGrpSpPr>
          <p:cNvPr id="11" name="exhibit Proxy Content"/>
          <p:cNvGrpSpPr/>
          <p:nvPr/>
        </p:nvGrpSpPr>
        <p:grpSpPr>
          <a:xfrm>
            <a:off x="943356" y="6667500"/>
            <a:ext cx="6486144" cy="5238750"/>
            <a:chOff x="943356" y="6667500"/>
            <a:chExt cx="6486144" cy="5238750"/>
          </a:xfrm>
        </p:grpSpPr>
        <p:sp>
          <p:nvSpPr>
            <p:cNvPr id="9" name="Rectangle 9"/>
            <p:cNvSpPr/>
            <p:nvPr/>
          </p:nvSpPr>
          <p:spPr>
            <a:xfrm>
              <a:off x="952500" y="6667500"/>
              <a:ext cx="6477000" cy="5238750"/>
            </a:xfrm>
            <a:prstGeom prst="rect">
              <a:avLst/>
            </a:prstGeom>
            <a:solidFill>
              <a:srgbClr val="F1F2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6739890"/>
              <a:ext cx="24373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2696D"/>
                  </a:solidFill>
                  <a:latin typeface="Arial"/>
                  <a:ea typeface="Arial"/>
                  <a:cs typeface="Arial"/>
                </a:rPr>
                <a:t>{{CONTENT_AREA}}</a:t>
              </a:r>
            </a:p>
          </p:txBody>
        </p:sp>
      </p:grpSp>
      <p:sp>
        <p:nvSpPr>
          <p:cNvPr id="12" name="annotation Placeholder Carrier"/>
          <p:cNvSpPr txBox="1"/>
          <p:nvPr>
            <p:ph type="body" idx="6"/>
          </p:nvPr>
        </p:nvSpPr>
        <p:spPr>
          <a:xfrm>
            <a:off x="7810500" y="6667500"/>
            <a:ext cx="3048000" cy="523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Sidebar</a:t>
            </a:r>
          </a:p>
        </p:txBody>
      </p:sp>
      <p:sp>
        <p:nvSpPr>
          <p:cNvPr id="13" name="source Placeholder Carrier"/>
          <p:cNvSpPr txBox="1"/>
          <p:nvPr>
            <p:ph type="body" idx="7"/>
          </p:nvPr>
        </p:nvSpPr>
        <p:spPr>
          <a:xfrm>
            <a:off x="952500" y="1228725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takeaway Placeholder Carrier"/>
          <p:cNvSpPr txBox="1"/>
          <p:nvPr>
            <p:ph type="body" idx="8"/>
          </p:nvPr>
        </p:nvSpPr>
        <p:spPr>
          <a:xfrm>
            <a:off x="952500" y="13906500"/>
            <a:ext cx="990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7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5" name="folio Placeholder Carrier"/>
          <p:cNvSpPr txBox="1"/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952500" y="6667500"/>
            <a:ext cx="6477000" cy="5238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4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label-left Placeholder Carrier"/>
          <p:cNvSpPr txBox="1"/>
          <p:nvPr>
            <p:ph type="body" idx="3"/>
          </p:nvPr>
        </p:nvSpPr>
        <p:spPr>
          <a:xfrm>
            <a:off x="952500" y="5000625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Left</a:t>
            </a:r>
          </a:p>
        </p:txBody>
      </p:sp>
      <p:sp>
        <p:nvSpPr>
          <p:cNvPr id="10" name="label-right Placeholder Carrier"/>
          <p:cNvSpPr txBox="1"/>
          <p:nvPr>
            <p:ph type="body" idx="4"/>
          </p:nvPr>
        </p:nvSpPr>
        <p:spPr>
          <a:xfrm>
            <a:off x="6096000" y="5000625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Label Right</a:t>
            </a:r>
          </a:p>
        </p:txBody>
      </p:sp>
      <p:sp>
        <p:nvSpPr>
          <p:cNvPr id="11" name="left-1 Placeholder Carrier"/>
          <p:cNvSpPr txBox="1"/>
          <p:nvPr>
            <p:ph type="body" idx="5"/>
          </p:nvPr>
        </p:nvSpPr>
        <p:spPr>
          <a:xfrm>
            <a:off x="952500" y="6667500"/>
            <a:ext cx="4762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1</a:t>
            </a:r>
          </a:p>
        </p:txBody>
      </p:sp>
      <p:sp>
        <p:nvSpPr>
          <p:cNvPr id="12" name="right-1 Placeholder Carrier"/>
          <p:cNvSpPr txBox="1"/>
          <p:nvPr>
            <p:ph type="body" idx="6"/>
          </p:nvPr>
        </p:nvSpPr>
        <p:spPr>
          <a:xfrm>
            <a:off x="6096000" y="6667500"/>
            <a:ext cx="47625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1</a:t>
            </a:r>
          </a:p>
        </p:txBody>
      </p:sp>
      <p:sp>
        <p:nvSpPr>
          <p:cNvPr id="13" name="left-2 Placeholder Carrier"/>
          <p:cNvSpPr txBox="1"/>
          <p:nvPr>
            <p:ph type="body" idx="7"/>
          </p:nvPr>
        </p:nvSpPr>
        <p:spPr>
          <a:xfrm>
            <a:off x="952500" y="942975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2</a:t>
            </a:r>
          </a:p>
        </p:txBody>
      </p:sp>
      <p:sp>
        <p:nvSpPr>
          <p:cNvPr id="14" name="right-2 Placeholder Carrier"/>
          <p:cNvSpPr txBox="1"/>
          <p:nvPr>
            <p:ph type="body" idx="8"/>
          </p:nvPr>
        </p:nvSpPr>
        <p:spPr>
          <a:xfrm>
            <a:off x="6096000" y="942975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2</a:t>
            </a:r>
          </a:p>
        </p:txBody>
      </p:sp>
      <p:sp>
        <p:nvSpPr>
          <p:cNvPr id="15" name="left-3 Placeholder Carrier"/>
          <p:cNvSpPr txBox="1"/>
          <p:nvPr>
            <p:ph type="body" idx="9"/>
          </p:nvPr>
        </p:nvSpPr>
        <p:spPr>
          <a:xfrm>
            <a:off x="952500" y="1200150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Left 3</a:t>
            </a:r>
          </a:p>
        </p:txBody>
      </p:sp>
      <p:sp>
        <p:nvSpPr>
          <p:cNvPr id="16" name="right-3 Placeholder Carrier"/>
          <p:cNvSpPr txBox="1"/>
          <p:nvPr>
            <p:ph type="body" idx="10"/>
          </p:nvPr>
        </p:nvSpPr>
        <p:spPr>
          <a:xfrm>
            <a:off x="6096000" y="12001500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Right 3</a:t>
            </a:r>
          </a:p>
        </p:txBody>
      </p:sp>
      <p:sp>
        <p:nvSpPr>
          <p:cNvPr id="17" name="source Placeholder Carrier"/>
          <p:cNvSpPr txBox="1"/>
          <p:nvPr>
            <p:ph type="body" idx="11"/>
          </p:nvPr>
        </p:nvSpPr>
        <p:spPr>
          <a:xfrm>
            <a:off x="952500" y="1457325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8" name="folio Placeholder Carrier"/>
          <p:cNvSpPr txBox="1"/>
          <p:nvPr>
            <p:ph type="sldNum" idx="12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952500" y="200025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54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time-1 Placeholder Carrier"/>
          <p:cNvSpPr txBox="1"/>
          <p:nvPr>
            <p:ph type="body" idx="3"/>
          </p:nvPr>
        </p:nvSpPr>
        <p:spPr>
          <a:xfrm>
            <a:off x="952500" y="5048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10" name="event-1 Placeholder Carrier"/>
          <p:cNvSpPr txBox="1"/>
          <p:nvPr>
            <p:ph type="body" idx="4"/>
          </p:nvPr>
        </p:nvSpPr>
        <p:spPr>
          <a:xfrm>
            <a:off x="4381500" y="5048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1</a:t>
            </a:r>
          </a:p>
        </p:txBody>
      </p:sp>
      <p:sp>
        <p:nvSpPr>
          <p:cNvPr id="11" name="time-2 Placeholder Carrier"/>
          <p:cNvSpPr txBox="1"/>
          <p:nvPr>
            <p:ph type="body" idx="5"/>
          </p:nvPr>
        </p:nvSpPr>
        <p:spPr>
          <a:xfrm>
            <a:off x="952500" y="8477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sp>
        <p:nvSpPr>
          <p:cNvPr id="12" name="event-2 Placeholder Carrier"/>
          <p:cNvSpPr txBox="1"/>
          <p:nvPr>
            <p:ph type="body" idx="6"/>
          </p:nvPr>
        </p:nvSpPr>
        <p:spPr>
          <a:xfrm>
            <a:off x="4381500" y="8477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2</a:t>
            </a:r>
          </a:p>
        </p:txBody>
      </p:sp>
      <p:sp>
        <p:nvSpPr>
          <p:cNvPr id="13" name="time-3 Placeholder Carrier"/>
          <p:cNvSpPr txBox="1"/>
          <p:nvPr>
            <p:ph type="body" idx="7"/>
          </p:nvPr>
        </p:nvSpPr>
        <p:spPr>
          <a:xfrm>
            <a:off x="952500" y="1190625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0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Time 3</a:t>
            </a:r>
          </a:p>
        </p:txBody>
      </p:sp>
      <p:sp>
        <p:nvSpPr>
          <p:cNvPr id="14" name="event-3 Placeholder Carrier"/>
          <p:cNvSpPr txBox="1"/>
          <p:nvPr>
            <p:ph type="body" idx="8"/>
          </p:nvPr>
        </p:nvSpPr>
        <p:spPr>
          <a:xfrm>
            <a:off x="4381500" y="11906250"/>
            <a:ext cx="647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Event 3</a:t>
            </a:r>
          </a:p>
        </p:txBody>
      </p:sp>
      <p:sp>
        <p:nvSpPr>
          <p:cNvPr id="15" name="source Placeholder Carrier"/>
          <p:cNvSpPr txBox="1"/>
          <p:nvPr>
            <p:ph type="body" idx="9"/>
          </p:nvPr>
        </p:nvSpPr>
        <p:spPr>
          <a:xfrm>
            <a:off x="952500" y="1543050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6" name="folio Placeholder Carrier"/>
          <p:cNvSpPr txBox="1"/>
          <p:nvPr>
            <p:ph type="sldNum" idx="10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 Placeholder Carrier"/>
          <p:cNvSpPr txBox="1"/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Section Name</a:t>
            </a:r>
          </a:p>
        </p:txBody>
      </p:sp>
      <p:sp>
        <p:nvSpPr>
          <p:cNvPr id="7" name="title Placeholder Carrier"/>
          <p:cNvSpPr txBox="1"/>
          <p:nvPr>
            <p:ph type="title" idx="2"/>
          </p:nvPr>
        </p:nvSpPr>
        <p:spPr>
          <a:xfrm>
            <a:off x="952500" y="2333625"/>
            <a:ext cx="99060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75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8" name="lead Placeholder Carrier"/>
          <p:cNvSpPr txBox="1"/>
          <p:nvPr>
            <p:ph type="subTitle" idx="3"/>
          </p:nvPr>
        </p:nvSpPr>
        <p:spPr>
          <a:xfrm>
            <a:off x="6096000" y="8858250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9" name="takeaway Placeholder Carrier"/>
          <p:cNvSpPr txBox="1"/>
          <p:nvPr>
            <p:ph type="body" idx="4"/>
          </p:nvPr>
        </p:nvSpPr>
        <p:spPr>
          <a:xfrm>
            <a:off x="952500" y="11239500"/>
            <a:ext cx="4762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315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0" name="main-copy Placeholder Carrier"/>
          <p:cNvSpPr txBox="1"/>
          <p:nvPr>
            <p:ph type="body" idx="5"/>
          </p:nvPr>
        </p:nvSpPr>
        <p:spPr>
          <a:xfrm>
            <a:off x="6096000" y="1133475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1" name="folio Placeholder Carrier"/>
          <p:cNvSpPr txBox="1"/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3710" r="0" b="13709"/>
          <a:stretch>
            <a:fillRect/>
          </a:stretch>
        </p:blipFill>
        <p:spPr>
          <a:xfrm>
            <a:off x="0" y="0"/>
            <a:ext cx="11811000" cy="8572500"/>
          </a:xfrm>
          <a:prstGeom prst="rect">
            <a:avLst/>
          </a:prstGeom>
        </p:spPr>
      </p:pic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952500" y="9525000"/>
            <a:ext cx="9906000" cy="2047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6000" b="1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subtitle Placeholder Carrier"/>
          <p:cNvSpPr txBox="1"/>
          <p:nvPr>
            <p:ph type="subTitle" idx="3"/>
          </p:nvPr>
        </p:nvSpPr>
        <p:spPr>
          <a:xfrm>
            <a:off x="952500" y="12001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Ending Subtitle</a:t>
            </a:r>
          </a:p>
        </p:txBody>
      </p:sp>
      <p:sp>
        <p:nvSpPr>
          <p:cNvPr id="7" name="contact Placeholder Carrier"/>
          <p:cNvSpPr txBox="1"/>
          <p:nvPr>
            <p:ph type="body" idx="4"/>
          </p:nvPr>
        </p:nvSpPr>
        <p:spPr>
          <a:xfrm>
            <a:off x="9525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Contact Info</a:t>
            </a:r>
          </a:p>
        </p:txBody>
      </p:sp>
      <p:sp>
        <p:nvSpPr>
          <p:cNvPr id="8" name="closing Placeholder Carrier"/>
          <p:cNvSpPr txBox="1"/>
          <p:nvPr>
            <p:ph type="body" idx="5"/>
          </p:nvPr>
        </p:nvSpPr>
        <p:spPr>
          <a:xfrm>
            <a:off x="60960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20262A"/>
                </a:solidFill>
                <a:latin typeface="Arial"/>
                <a:ea typeface="Arial"/>
                <a:cs typeface="Arial"/>
              </a:rPr>
              <a:t>Closing Message</a:t>
            </a:r>
          </a:p>
        </p:txBody>
      </p:sp>
      <p:sp>
        <p:nvSpPr>
          <p:cNvPr id="9" name="folio Placeholder Carrier"/>
          <p:cNvSpPr txBox="1"/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6269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2026-10-20T07:13:45Z</dcterms:created>
  <dcterms:modified xsi:type="dcterms:W3CDTF">2026-10-20T07:13:45Z</dcterms:modified>
  <cp:category/>
  <cp:contentStatus/>
</cp:coreProperties>
</file>