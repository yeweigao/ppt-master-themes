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1811000" cy="1670685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Full-bleed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1811000" cy="167068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952500" y="952500"/>
            <a:ext cx="99060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spc="180" dirty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3"/>
          </p:nvPr>
        </p:nvSpPr>
        <p:spPr>
          <a:xfrm>
            <a:off x="952500" y="10572750"/>
            <a:ext cx="9906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000" lang="en-US"/>
            </a:lvl1pPr>
          </a:lstStyle>
          <a:p>
            <a:pPr algn="l">
              <a:lnSpc>
                <a:spcPts val="10200"/>
              </a:lnSpc>
            </a:pPr>
            <a:r>
              <a:rPr lang="en-US" sz="90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subtitle Placeholder"/>
          <p:cNvSpPr>
            <a:spLocks noGrp="1"/>
          </p:cNvSpPr>
          <p:nvPr>
            <p:ph type="subTitle" idx="4"/>
          </p:nvPr>
        </p:nvSpPr>
        <p:spPr>
          <a:xfrm>
            <a:off x="952500" y="13773150"/>
            <a:ext cx="81915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250" lang="en-US"/>
            </a:lvl1pPr>
          </a:lstStyle>
          <a:p>
            <a:pPr algn="l" marL="0" indent="0">
              <a:lnSpc>
                <a:spcPts val="3375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6" name="edition Placeholder"/>
          <p:cNvSpPr>
            <a:spLocks noGrp="1"/>
          </p:cNvSpPr>
          <p:nvPr>
            <p:ph type="dt" idx="5"/>
          </p:nvPr>
        </p:nvSpPr>
        <p:spPr>
          <a:xfrm>
            <a:off x="952500" y="15525750"/>
            <a:ext cx="99060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 lang="en-US"/>
            </a:lvl1pPr>
          </a:lstStyle>
          <a:p>
            <a:pPr algn="l"/>
            <a:fld id="{69E68331-509B-43E4-B10A-C72B03BFF672}" type="datetimeFigureOut"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FIELD NOTES / AN EDITORIAL LAYOUT STUDY</a:t>
            </a:fld>
            <a:endParaRPr lang="en-US"/>
          </a:p>
        </p:txBody>
      </p:sp>
    </p:spTree>
    <p:extLst>
      <p:ext uri="{BB962C8B-B14F-4D97-AF65-F5344CB8AC3E}">
        <p14:creationId val="3460346558"/>
      </p:ext>
    </p:extLst>
  </p:cSld>
  <p:clrMapOvr>
    <a:masterClrMapping/>
  </p:clrMapOvr>
  <p:hf hdr="0" dt="1" ftr="0" sldNum="0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hotographic 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1811000" cy="167068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3" name="chapter-number Placeholder"/>
          <p:cNvSpPr>
            <a:spLocks noGrp="1"/>
          </p:cNvSpPr>
          <p:nvPr>
            <p:ph type="body" idx="2"/>
          </p:nvPr>
        </p:nvSpPr>
        <p:spPr>
          <a:xfrm>
            <a:off x="952500" y="742950"/>
            <a:ext cx="9906000" cy="2343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0" lang="en-US"/>
            </a:lvl1pPr>
          </a:lstStyle>
          <a:p>
            <a:pPr algn="l" marL="0" indent="0">
              <a:buNone/>
            </a:pPr>
            <a:r>
              <a:rPr lang="en-US" sz="13500" dirty="0">
                <a:solidFill>
                  <a:srgbClr val="FFE5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3"/>
          </p:nvPr>
        </p:nvSpPr>
        <p:spPr>
          <a:xfrm>
            <a:off x="952500" y="10534650"/>
            <a:ext cx="9906000" cy="339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100" lang="en-US"/>
            </a:lvl1pPr>
          </a:lstStyle>
          <a:p>
            <a:pPr algn="l">
              <a:lnSpc>
                <a:spcPts val="8700"/>
              </a:lnSpc>
            </a:pPr>
            <a:r>
              <a:rPr lang="en-US" sz="81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description Placeholder"/>
          <p:cNvSpPr>
            <a:spLocks noGrp="1"/>
          </p:cNvSpPr>
          <p:nvPr>
            <p:ph type="body" idx="4"/>
          </p:nvPr>
        </p:nvSpPr>
        <p:spPr>
          <a:xfrm>
            <a:off x="952500" y="14439900"/>
            <a:ext cx="809625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 lang="en-US"/>
            </a:lvl1pPr>
          </a:lstStyle>
          <a:p>
            <a:pPr algn="l" marL="0" indent="0">
              <a:lnSpc>
                <a:spcPts val="31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338238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Bottom-edge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laceholder"/>
          <p:cNvSpPr>
            <a:spLocks noGrp="1"/>
          </p:cNvSpPr>
          <p:nvPr>
            <p:ph type="pic" idx="1"/>
          </p:nvPr>
        </p:nvSpPr>
        <p:spPr>
          <a:xfrm>
            <a:off x="0" y="9525000"/>
            <a:ext cx="11811000" cy="71818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3"/>
          </p:nvPr>
        </p:nvSpPr>
        <p:spPr>
          <a:xfrm>
            <a:off x="952500" y="2105025"/>
            <a:ext cx="9906000" cy="2066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7050" lang="en-US"/>
            </a:lvl1pPr>
          </a:lstStyle>
          <a:p>
            <a:pPr algn="l">
              <a:lnSpc>
                <a:spcPts val="8178"/>
              </a:lnSpc>
            </a:pPr>
            <a:r>
              <a:rPr lang="en-US" sz="705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lead Placeholder"/>
          <p:cNvSpPr>
            <a:spLocks noGrp="1"/>
          </p:cNvSpPr>
          <p:nvPr>
            <p:ph type="subTitle" idx="4"/>
          </p:nvPr>
        </p:nvSpPr>
        <p:spPr>
          <a:xfrm>
            <a:off x="952500" y="4095750"/>
            <a:ext cx="990600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250" lang="en-US"/>
            </a:lvl1pPr>
          </a:lstStyle>
          <a:p>
            <a:pPr algn="l" marL="0" indent="0">
              <a:buNone/>
            </a:pPr>
            <a:r>
              <a:rPr lang="en-US" sz="22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6" name="body-left Placeholder"/>
          <p:cNvSpPr>
            <a:spLocks noGrp="1"/>
          </p:cNvSpPr>
          <p:nvPr>
            <p:ph type="body" idx="5"/>
          </p:nvPr>
        </p:nvSpPr>
        <p:spPr>
          <a:xfrm>
            <a:off x="952500" y="5905500"/>
            <a:ext cx="47625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 lang="en-US"/>
            </a:lvl1pPr>
          </a:lstStyle>
          <a:p>
            <a:pPr algn="l"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body-right Placeholder"/>
          <p:cNvSpPr>
            <a:spLocks noGrp="1"/>
          </p:cNvSpPr>
          <p:nvPr>
            <p:ph type="body" idx="6"/>
          </p:nvPr>
        </p:nvSpPr>
        <p:spPr>
          <a:xfrm>
            <a:off x="6096000" y="5905500"/>
            <a:ext cx="47625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 lang="en-US"/>
            </a:lvl1pPr>
          </a:lstStyle>
          <a:p>
            <a:pPr algn="l"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caption Placeholder"/>
          <p:cNvSpPr>
            <a:spLocks noGrp="1"/>
          </p:cNvSpPr>
          <p:nvPr>
            <p:ph type="body" idx="7"/>
          </p:nvPr>
        </p:nvSpPr>
        <p:spPr>
          <a:xfrm>
            <a:off x="952500" y="15573375"/>
            <a:ext cx="809625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folio Placeholder"/>
          <p:cNvSpPr>
            <a:spLocks noGrp="1"/>
          </p:cNvSpPr>
          <p:nvPr>
            <p:ph type="sldNum" idx="8"/>
          </p:nvPr>
        </p:nvSpPr>
        <p:spPr>
          <a:xfrm>
            <a:off x="9906000" y="15573375"/>
            <a:ext cx="95250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 lang="en-US"/>
            </a:lvl1pPr>
          </a:lstStyle>
          <a:p>
            <a:pPr algn="l"/>
            <a:fld id="{AAE86637-6459-49D8-90BD-EBC26E371E24}" type="slidenum"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629095772"/>
      </p:ext>
    </p:extLst>
  </p:cSld>
  <p:clrMapOvr>
    <a:masterClrMapping/>
  </p:clrMapOvr>
  <p:hf hdr="0" dt="0" ftr="0" sldNum="1"/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Full-height side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laceholder"/>
          <p:cNvSpPr>
            <a:spLocks noGrp="1"/>
          </p:cNvSpPr>
          <p:nvPr>
            <p:ph type="pic" idx="1"/>
          </p:nvPr>
        </p:nvSpPr>
        <p:spPr>
          <a:xfrm>
            <a:off x="6096000" y="0"/>
            <a:ext cx="5715000" cy="167068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952500" y="952500"/>
            <a:ext cx="41910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3"/>
          </p:nvPr>
        </p:nvSpPr>
        <p:spPr>
          <a:xfrm>
            <a:off x="952500" y="2571750"/>
            <a:ext cx="4191000" cy="2657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6000" lang="en-US"/>
            </a:lvl1pPr>
          </a:lstStyle>
          <a:p>
            <a:pPr algn="l">
              <a:lnSpc>
                <a:spcPts val="6960"/>
              </a:lnSpc>
            </a:pPr>
            <a:r>
              <a:rPr lang="en-US" sz="60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lead Placeholder"/>
          <p:cNvSpPr>
            <a:spLocks noGrp="1"/>
          </p:cNvSpPr>
          <p:nvPr>
            <p:ph type="subTitle" idx="4"/>
          </p:nvPr>
        </p:nvSpPr>
        <p:spPr>
          <a:xfrm>
            <a:off x="952500" y="6096000"/>
            <a:ext cx="41910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250" lang="en-US"/>
            </a:lvl1pPr>
          </a:lstStyle>
          <a:p>
            <a:pPr algn="l" marL="0" indent="0">
              <a:lnSpc>
                <a:spcPts val="3375"/>
              </a:lnSpc>
              <a:buNone/>
            </a:pPr>
            <a:r>
              <a:rPr lang="en-US" sz="22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6" name="main-copy Placeholder"/>
          <p:cNvSpPr>
            <a:spLocks noGrp="1"/>
          </p:cNvSpPr>
          <p:nvPr>
            <p:ph type="body" idx="5"/>
          </p:nvPr>
        </p:nvSpPr>
        <p:spPr>
          <a:xfrm>
            <a:off x="952500" y="8572500"/>
            <a:ext cx="41910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 lang="en-US"/>
            </a:lvl1pPr>
          </a:lstStyle>
          <a:p>
            <a:pPr algn="l"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caption Placeholder"/>
          <p:cNvSpPr>
            <a:spLocks noGrp="1"/>
          </p:cNvSpPr>
          <p:nvPr>
            <p:ph type="body" idx="6"/>
          </p:nvPr>
        </p:nvSpPr>
        <p:spPr>
          <a:xfrm>
            <a:off x="952500" y="14192250"/>
            <a:ext cx="4191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folio Placeholder"/>
          <p:cNvSpPr>
            <a:spLocks noGrp="1"/>
          </p:cNvSpPr>
          <p:nvPr>
            <p:ph type="sldNum" idx="7"/>
          </p:nvPr>
        </p:nvSpPr>
        <p:spPr>
          <a:xfrm>
            <a:off x="9525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 lang="en-US"/>
            </a:lvl1pPr>
          </a:lstStyle>
          <a:p>
            <a:pPr algn="l"/>
            <a:fld id="{5F8054F4-70B8-4051-8A0B-983654225FD3}" type="slidenum"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781190751"/>
      </p:ext>
    </p:extLst>
  </p:cSld>
  <p:clrMapOvr>
    <a:masterClrMapping/>
  </p:clrMapOvr>
  <p:hf hdr="0" dt="0" ftr="0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anorama —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orama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1811000" cy="11811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952500" y="12382500"/>
            <a:ext cx="95250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3"/>
          </p:nvPr>
        </p:nvSpPr>
        <p:spPr>
          <a:xfrm>
            <a:off x="952500" y="13163550"/>
            <a:ext cx="9525000" cy="2190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7500" lang="en-US"/>
            </a:lvl1pPr>
          </a:lstStyle>
          <a:p>
            <a:pPr algn="l">
              <a:lnSpc>
                <a:spcPts val="8700"/>
              </a:lnSpc>
            </a:pPr>
            <a:r>
              <a:rPr lang="en-US" sz="75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folio Placeholder"/>
          <p:cNvSpPr>
            <a:spLocks noGrp="1"/>
          </p:cNvSpPr>
          <p:nvPr>
            <p:ph type="sldNum" idx="4"/>
          </p:nvPr>
        </p:nvSpPr>
        <p:spPr>
          <a:xfrm>
            <a:off x="9525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 lang="en-US"/>
            </a:lvl1pPr>
          </a:lstStyle>
          <a:p>
            <a:pPr algn="l"/>
            <a:fld id="{E44DEA17-2623-4DC0-A5B6-E2970CC53F32}" type="slidenum"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444791823"/>
      </p:ext>
    </p:extLst>
  </p:cSld>
  <p:clrMapOvr>
    <a:masterClrMapping/>
  </p:clrMapOvr>
  <p:hf hdr="0" dt="0" ftr="0" sldNum="1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anorama —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orama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1811000" cy="11811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3" name="main-copy Placeholder"/>
          <p:cNvSpPr>
            <a:spLocks noGrp="1"/>
          </p:cNvSpPr>
          <p:nvPr>
            <p:ph type="body" idx="2"/>
          </p:nvPr>
        </p:nvSpPr>
        <p:spPr>
          <a:xfrm>
            <a:off x="1333500" y="12477750"/>
            <a:ext cx="95250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250" lang="en-US"/>
            </a:lvl1pPr>
          </a:lstStyle>
          <a:p>
            <a:pPr algn="l" marL="0" indent="0">
              <a:lnSpc>
                <a:spcPts val="3150"/>
              </a:lnSpc>
              <a:buNone/>
            </a:pPr>
            <a:r>
              <a:rPr lang="en-US" sz="225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caption Placeholder"/>
          <p:cNvSpPr>
            <a:spLocks noGrp="1"/>
          </p:cNvSpPr>
          <p:nvPr>
            <p:ph type="body" idx="3"/>
          </p:nvPr>
        </p:nvSpPr>
        <p:spPr>
          <a:xfrm>
            <a:off x="1333500" y="14763750"/>
            <a:ext cx="9525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folio Placeholder"/>
          <p:cNvSpPr>
            <a:spLocks noGrp="1"/>
          </p:cNvSpPr>
          <p:nvPr>
            <p:ph type="sldNum" idx="4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 lang="en-US"/>
            </a:lvl1pPr>
          </a:lstStyle>
          <a:p>
            <a:pPr algn="l"/>
            <a:fld id="{5A598B58-D4DF-45C5-BC3E-AC5C9B1475F6}" type="slidenum"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411730705"/>
      </p:ext>
    </p:extLst>
  </p:cSld>
  <p:clrMapOvr>
    <a:masterClrMapping/>
  </p:clrMapOvr>
  <p:hf hdr="0" dt="0" ftr="0" sldNum="1"/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hree-photo ess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oto-wide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1811000" cy="7048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3" name="photo-left Placeholder"/>
          <p:cNvSpPr>
            <a:spLocks noGrp="1"/>
          </p:cNvSpPr>
          <p:nvPr>
            <p:ph type="pic" idx="2"/>
          </p:nvPr>
        </p:nvSpPr>
        <p:spPr>
          <a:xfrm>
            <a:off x="0" y="7429500"/>
            <a:ext cx="5715000" cy="4762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4" name="photo-right Placeholder"/>
          <p:cNvSpPr>
            <a:spLocks noGrp="1"/>
          </p:cNvSpPr>
          <p:nvPr>
            <p:ph type="pic" idx="3"/>
          </p:nvPr>
        </p:nvSpPr>
        <p:spPr>
          <a:xfrm>
            <a:off x="6096000" y="7429500"/>
            <a:ext cx="5715000" cy="4762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5" name="title Placeholder"/>
          <p:cNvSpPr>
            <a:spLocks noGrp="1"/>
          </p:cNvSpPr>
          <p:nvPr>
            <p:ph type="title" idx="4"/>
          </p:nvPr>
        </p:nvSpPr>
        <p:spPr>
          <a:xfrm>
            <a:off x="952500" y="12877800"/>
            <a:ext cx="9906000" cy="895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6000" lang="en-US"/>
            </a:lvl1pPr>
          </a:lstStyle>
          <a:p>
            <a:pPr algn="l"/>
            <a:r>
              <a:rPr lang="en-US" sz="60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lead Placeholder"/>
          <p:cNvSpPr>
            <a:spLocks noGrp="1"/>
          </p:cNvSpPr>
          <p:nvPr>
            <p:ph type="subTitle" idx="5"/>
          </p:nvPr>
        </p:nvSpPr>
        <p:spPr>
          <a:xfrm>
            <a:off x="952500" y="14001750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 lang="en-US"/>
            </a:lvl1pPr>
          </a:lstStyle>
          <a:p>
            <a:pPr algn="l" marL="0" indent="0">
              <a:lnSpc>
                <a:spcPts val="2925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7" name="source Placeholder"/>
          <p:cNvSpPr>
            <a:spLocks noGrp="1"/>
          </p:cNvSpPr>
          <p:nvPr>
            <p:ph type="body" idx="6"/>
          </p:nvPr>
        </p:nvSpPr>
        <p:spPr>
          <a:xfrm>
            <a:off x="952500" y="15335250"/>
            <a:ext cx="80962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folio Placeholder"/>
          <p:cNvSpPr>
            <a:spLocks noGrp="1"/>
          </p:cNvSpPr>
          <p:nvPr>
            <p:ph type="sldNum" idx="7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 lang="en-US"/>
            </a:lvl1pPr>
          </a:lstStyle>
          <a:p>
            <a:pPr algn="l"/>
            <a:fld id="{5FFBF119-899E-436D-800A-18051811DA1B}" type="slidenum"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776236015"/>
      </p:ext>
    </p:extLst>
  </p:cSld>
  <p:clrMapOvr>
    <a:masterClrMapping/>
  </p:clrMapOvr>
  <p:hf hdr="0" dt="0" ftr="0" sldNum="1"/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Editorial index and navig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ex-rule-1 Layout"/>
          <p:cNvSpPr/>
          <p:nvPr/>
        </p:nvSpPr>
        <p:spPr>
          <a:xfrm>
            <a:off x="4381500" y="4857750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/>
          <a:ln w="28575">
            <a:solidFill>
              <a:srgbClr val="111111"/>
            </a:solidFill>
          </a:ln>
        </p:spPr>
      </p:sp>
      <p:sp>
        <p:nvSpPr>
          <p:cNvPr id="3" name="index-rule-2 Layout"/>
          <p:cNvSpPr/>
          <p:nvPr/>
        </p:nvSpPr>
        <p:spPr>
          <a:xfrm>
            <a:off x="4381500" y="7239000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4" name="index-rule-3 Layout"/>
          <p:cNvSpPr/>
          <p:nvPr/>
        </p:nvSpPr>
        <p:spPr>
          <a:xfrm>
            <a:off x="4381500" y="9620250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5" name="index-rule-4 Layout"/>
          <p:cNvSpPr/>
          <p:nvPr/>
        </p:nvSpPr>
        <p:spPr>
          <a:xfrm>
            <a:off x="4381500" y="12001500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6" name="kicker Placeholder"/>
          <p:cNvSpPr>
            <a:spLocks noGrp="1"/>
          </p:cNvSpPr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  <p:sp>
        <p:nvSpPr>
          <p:cNvPr id="7" name="title Placeholder"/>
          <p:cNvSpPr>
            <a:spLocks noGrp="1"/>
          </p:cNvSpPr>
          <p:nvPr>
            <p:ph type="title" idx="2"/>
          </p:nvPr>
        </p:nvSpPr>
        <p:spPr>
          <a:xfrm>
            <a:off x="952500" y="2257425"/>
            <a:ext cx="9906000" cy="1123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7800" lang="en-US"/>
            </a:lvl1pPr>
          </a:lstStyle>
          <a:p>
            <a:pPr algn="l"/>
            <a:r>
              <a:rPr lang="en-US" sz="78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8" name="photo Placeholder"/>
          <p:cNvSpPr>
            <a:spLocks noGrp="1"/>
          </p:cNvSpPr>
          <p:nvPr>
            <p:ph type="pic" idx="3"/>
          </p:nvPr>
        </p:nvSpPr>
        <p:spPr>
          <a:xfrm>
            <a:off x="0" y="4857750"/>
            <a:ext cx="4000500" cy="71437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9" name="entry-1 Placeholder"/>
          <p:cNvSpPr>
            <a:spLocks noGrp="1"/>
          </p:cNvSpPr>
          <p:nvPr>
            <p:ph type="body" idx="4"/>
          </p:nvPr>
        </p:nvSpPr>
        <p:spPr>
          <a:xfrm>
            <a:off x="4381500" y="5238750"/>
            <a:ext cx="64770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700" lang="en-US"/>
            </a:lvl1pPr>
          </a:lstStyle>
          <a:p>
            <a:pPr algn="l" marL="0" indent="0">
              <a:lnSpc>
                <a:spcPts val="4050"/>
              </a:lnSpc>
              <a:buNone/>
            </a:pPr>
            <a:r>
              <a:rPr lang="en-US" sz="27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entry-2 Placeholder"/>
          <p:cNvSpPr>
            <a:spLocks noGrp="1"/>
          </p:cNvSpPr>
          <p:nvPr>
            <p:ph type="body" idx="5"/>
          </p:nvPr>
        </p:nvSpPr>
        <p:spPr>
          <a:xfrm>
            <a:off x="4381500" y="7620000"/>
            <a:ext cx="64770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700" lang="en-US"/>
            </a:lvl1pPr>
          </a:lstStyle>
          <a:p>
            <a:pPr algn="l" marL="0" indent="0">
              <a:lnSpc>
                <a:spcPts val="4050"/>
              </a:lnSpc>
              <a:buNone/>
            </a:pPr>
            <a:r>
              <a:rPr lang="en-US" sz="27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1" name="entry-3 Placeholder"/>
          <p:cNvSpPr>
            <a:spLocks noGrp="1"/>
          </p:cNvSpPr>
          <p:nvPr>
            <p:ph type="body" idx="6"/>
          </p:nvPr>
        </p:nvSpPr>
        <p:spPr>
          <a:xfrm>
            <a:off x="4381500" y="10001250"/>
            <a:ext cx="64770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700" lang="en-US"/>
            </a:lvl1pPr>
          </a:lstStyle>
          <a:p>
            <a:pPr algn="l" marL="0" indent="0">
              <a:lnSpc>
                <a:spcPts val="4050"/>
              </a:lnSpc>
              <a:buNone/>
            </a:pPr>
            <a:r>
              <a:rPr lang="en-US" sz="27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2" name="lead Placeholder"/>
          <p:cNvSpPr>
            <a:spLocks noGrp="1"/>
          </p:cNvSpPr>
          <p:nvPr>
            <p:ph type="subTitle" idx="7"/>
          </p:nvPr>
        </p:nvSpPr>
        <p:spPr>
          <a:xfrm>
            <a:off x="952500" y="12954000"/>
            <a:ext cx="3048000" cy="180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 lang="en-US"/>
            </a:lvl1pPr>
          </a:lstStyle>
          <a:p>
            <a:pPr algn="l" marL="0" indent="0">
              <a:lnSpc>
                <a:spcPts val="3150"/>
              </a:lnSpc>
              <a:buNone/>
            </a:pPr>
            <a:r>
              <a:rPr lang="en-US" sz="21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13" name="main-copy Placeholder"/>
          <p:cNvSpPr>
            <a:spLocks noGrp="1"/>
          </p:cNvSpPr>
          <p:nvPr>
            <p:ph type="body" idx="8"/>
          </p:nvPr>
        </p:nvSpPr>
        <p:spPr>
          <a:xfrm>
            <a:off x="4381500" y="12954000"/>
            <a:ext cx="6477000" cy="180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 lang="en-US"/>
            </a:lvl1pPr>
          </a:lstStyle>
          <a:p>
            <a:pPr algn="l"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4" name="folio Placeholder"/>
          <p:cNvSpPr>
            <a:spLocks noGrp="1"/>
          </p:cNvSpPr>
          <p:nvPr>
            <p:ph type="sldNum" idx="9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 lang="en-US"/>
            </a:lvl1pPr>
          </a:lstStyle>
          <a:p>
            <a:pPr algn="l"/>
            <a:fld id="{AED85FDC-0274-4FD5-88D4-C63B2B069862}" type="slidenum"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858024779"/>
      </p:ext>
    </p:extLst>
  </p:cSld>
  <p:clrMapOvr>
    <a:masterClrMapping/>
  </p:clrMapOvr>
  <p:hf hdr="0" dt="0" ftr="0" sldNum="1"/>
</p:sldLayout>
</file>

<file path=ppt/slideLayouts/slideLayout2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Six-photo mason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oto-1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40005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3" name="photo-2 Placeholder"/>
          <p:cNvSpPr>
            <a:spLocks noGrp="1"/>
          </p:cNvSpPr>
          <p:nvPr>
            <p:ph type="pic" idx="2"/>
          </p:nvPr>
        </p:nvSpPr>
        <p:spPr>
          <a:xfrm>
            <a:off x="0" y="4953000"/>
            <a:ext cx="40005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4" name="photo-3 Placeholder"/>
          <p:cNvSpPr>
            <a:spLocks noGrp="1"/>
          </p:cNvSpPr>
          <p:nvPr>
            <p:ph type="pic" idx="3"/>
          </p:nvPr>
        </p:nvSpPr>
        <p:spPr>
          <a:xfrm>
            <a:off x="4381500" y="0"/>
            <a:ext cx="3048000" cy="7048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5" name="photo-4 Placeholder"/>
          <p:cNvSpPr>
            <a:spLocks noGrp="1"/>
          </p:cNvSpPr>
          <p:nvPr>
            <p:ph type="pic" idx="4"/>
          </p:nvPr>
        </p:nvSpPr>
        <p:spPr>
          <a:xfrm>
            <a:off x="4381500" y="7429500"/>
            <a:ext cx="3048000" cy="4381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6" name="photo-5 Placeholder"/>
          <p:cNvSpPr>
            <a:spLocks noGrp="1"/>
          </p:cNvSpPr>
          <p:nvPr>
            <p:ph type="pic" idx="5"/>
          </p:nvPr>
        </p:nvSpPr>
        <p:spPr>
          <a:xfrm>
            <a:off x="7810500" y="0"/>
            <a:ext cx="4000500" cy="3429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7" name="photo-6 Placeholder"/>
          <p:cNvSpPr>
            <a:spLocks noGrp="1"/>
          </p:cNvSpPr>
          <p:nvPr>
            <p:ph type="pic" idx="6"/>
          </p:nvPr>
        </p:nvSpPr>
        <p:spPr>
          <a:xfrm>
            <a:off x="7810500" y="3810000"/>
            <a:ext cx="4000500" cy="8001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8" name="title Placeholder"/>
          <p:cNvSpPr>
            <a:spLocks noGrp="1"/>
          </p:cNvSpPr>
          <p:nvPr>
            <p:ph type="title" idx="7"/>
          </p:nvPr>
        </p:nvSpPr>
        <p:spPr>
          <a:xfrm>
            <a:off x="952500" y="12706350"/>
            <a:ext cx="9906000" cy="933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6300" lang="en-US"/>
            </a:lvl1pPr>
          </a:lstStyle>
          <a:p>
            <a:pPr algn="l"/>
            <a:r>
              <a:rPr lang="en-US" sz="63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source Placeholder"/>
          <p:cNvSpPr>
            <a:spLocks noGrp="1"/>
          </p:cNvSpPr>
          <p:nvPr>
            <p:ph type="body" idx="8"/>
          </p:nvPr>
        </p:nvSpPr>
        <p:spPr>
          <a:xfrm>
            <a:off x="952500" y="14573250"/>
            <a:ext cx="81915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 lang="en-US"/>
            </a:lvl1pPr>
          </a:lstStyle>
          <a:p>
            <a:pPr algn="l"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folio Placeholder"/>
          <p:cNvSpPr>
            <a:spLocks noGrp="1"/>
          </p:cNvSpPr>
          <p:nvPr>
            <p:ph type="sldNum" idx="9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 lang="en-US"/>
            </a:lvl1pPr>
          </a:lstStyle>
          <a:p>
            <a:pPr algn="l"/>
            <a:fld id="{3536B95D-1E09-4F7C-B052-BF640F454A2A}" type="slidenum"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639119793"/>
      </p:ext>
    </p:extLst>
  </p:cSld>
  <p:clrMapOvr>
    <a:masterClrMapping/>
  </p:clrMapOvr>
  <p:hf hdr="0" dt="0" ftr="0" sldNum="1"/>
</p:sldLayout>
</file>

<file path=ppt/slideLayouts/slideLayout21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Staggered photo narr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Placeholder"/>
          <p:cNvSpPr>
            <a:spLocks noGrp="1"/>
          </p:cNvSpPr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  <p:sp>
        <p:nvSpPr>
          <p:cNvPr id="3" name="title Placeholder"/>
          <p:cNvSpPr>
            <a:spLocks noGrp="1"/>
          </p:cNvSpPr>
          <p:nvPr>
            <p:ph type="title" idx="2"/>
          </p:nvPr>
        </p:nvSpPr>
        <p:spPr>
          <a:xfrm>
            <a:off x="952500" y="1905000"/>
            <a:ext cx="6477000" cy="1943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6600" lang="en-US"/>
            </a:lvl1pPr>
          </a:lstStyle>
          <a:p>
            <a:pPr algn="l">
              <a:lnSpc>
                <a:spcPts val="7656"/>
              </a:lnSpc>
            </a:pPr>
            <a:r>
              <a:rPr lang="en-US" sz="66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hoto-1 Placeholder"/>
          <p:cNvSpPr>
            <a:spLocks noGrp="1"/>
          </p:cNvSpPr>
          <p:nvPr>
            <p:ph type="pic" idx="3"/>
          </p:nvPr>
        </p:nvSpPr>
        <p:spPr>
          <a:xfrm>
            <a:off x="0" y="3905250"/>
            <a:ext cx="7429500" cy="4953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5" name="photo-2 Placeholder"/>
          <p:cNvSpPr>
            <a:spLocks noGrp="1"/>
          </p:cNvSpPr>
          <p:nvPr>
            <p:ph type="pic" idx="4"/>
          </p:nvPr>
        </p:nvSpPr>
        <p:spPr>
          <a:xfrm>
            <a:off x="7810500" y="1809750"/>
            <a:ext cx="4000500" cy="5905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6" name="note Placeholder"/>
          <p:cNvSpPr>
            <a:spLocks noGrp="1"/>
          </p:cNvSpPr>
          <p:nvPr>
            <p:ph type="body" idx="5"/>
          </p:nvPr>
        </p:nvSpPr>
        <p:spPr>
          <a:xfrm>
            <a:off x="7810500" y="8239125"/>
            <a:ext cx="30480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650" lang="en-US"/>
            </a:lvl1pPr>
          </a:lstStyle>
          <a:p>
            <a:pPr algn="l"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main-copy Placeholder"/>
          <p:cNvSpPr>
            <a:spLocks noGrp="1"/>
          </p:cNvSpPr>
          <p:nvPr>
            <p:ph type="body" idx="6"/>
          </p:nvPr>
        </p:nvSpPr>
        <p:spPr>
          <a:xfrm>
            <a:off x="952500" y="9620250"/>
            <a:ext cx="4762500" cy="476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 lang="en-US"/>
            </a:lvl1pPr>
          </a:lstStyle>
          <a:p>
            <a:pPr algn="l"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hoto-3 Placeholder"/>
          <p:cNvSpPr>
            <a:spLocks noGrp="1"/>
          </p:cNvSpPr>
          <p:nvPr>
            <p:ph type="pic" idx="7"/>
          </p:nvPr>
        </p:nvSpPr>
        <p:spPr>
          <a:xfrm>
            <a:off x="6096000" y="10382250"/>
            <a:ext cx="5715000" cy="4953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9" name="source Placeholder"/>
          <p:cNvSpPr>
            <a:spLocks noGrp="1"/>
          </p:cNvSpPr>
          <p:nvPr>
            <p:ph type="body" idx="8"/>
          </p:nvPr>
        </p:nvSpPr>
        <p:spPr>
          <a:xfrm>
            <a:off x="952500" y="14716125"/>
            <a:ext cx="4762500" cy="904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folio Placeholder"/>
          <p:cNvSpPr>
            <a:spLocks noGrp="1"/>
          </p:cNvSpPr>
          <p:nvPr>
            <p:ph type="sldNum" idx="9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 lang="en-US"/>
            </a:lvl1pPr>
          </a:lstStyle>
          <a:p>
            <a:pPr algn="l"/>
            <a:fld id="{46BA205F-2578-4CD2-AB3C-4BAB767E0B84}" type="slidenum"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870271380"/>
      </p:ext>
    </p:extLst>
  </p:cSld>
  <p:clrMapOvr>
    <a:masterClrMapping/>
  </p:clrMapOvr>
  <p:hf hdr="0" dt="0" ftr="0" sldNum="1"/>
</p:sldLayout>
</file>

<file path=ppt/slideLayouts/slideLayout2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anorama and contact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1811000" cy="5334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3" name="photo-1 Placeholder"/>
          <p:cNvSpPr>
            <a:spLocks noGrp="1"/>
          </p:cNvSpPr>
          <p:nvPr>
            <p:ph type="pic" idx="2"/>
          </p:nvPr>
        </p:nvSpPr>
        <p:spPr>
          <a:xfrm>
            <a:off x="0" y="5715000"/>
            <a:ext cx="4000500" cy="2857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4" name="photo-2 Placeholder"/>
          <p:cNvSpPr>
            <a:spLocks noGrp="1"/>
          </p:cNvSpPr>
          <p:nvPr>
            <p:ph type="pic" idx="3"/>
          </p:nvPr>
        </p:nvSpPr>
        <p:spPr>
          <a:xfrm>
            <a:off x="4381500" y="5715000"/>
            <a:ext cx="3048000" cy="2857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5" name="photo-3 Placeholder"/>
          <p:cNvSpPr>
            <a:spLocks noGrp="1"/>
          </p:cNvSpPr>
          <p:nvPr>
            <p:ph type="pic" idx="4"/>
          </p:nvPr>
        </p:nvSpPr>
        <p:spPr>
          <a:xfrm>
            <a:off x="7810500" y="5715000"/>
            <a:ext cx="4000500" cy="2857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6" name="photo-4 Placeholder"/>
          <p:cNvSpPr>
            <a:spLocks noGrp="1"/>
          </p:cNvSpPr>
          <p:nvPr>
            <p:ph type="pic" idx="5"/>
          </p:nvPr>
        </p:nvSpPr>
        <p:spPr>
          <a:xfrm>
            <a:off x="0" y="8953500"/>
            <a:ext cx="4000500" cy="2857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7" name="photo-5 Placeholder"/>
          <p:cNvSpPr>
            <a:spLocks noGrp="1"/>
          </p:cNvSpPr>
          <p:nvPr>
            <p:ph type="pic" idx="6"/>
          </p:nvPr>
        </p:nvSpPr>
        <p:spPr>
          <a:xfrm>
            <a:off x="4381500" y="8953500"/>
            <a:ext cx="3048000" cy="2857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8" name="photo-6 Placeholder"/>
          <p:cNvSpPr>
            <a:spLocks noGrp="1"/>
          </p:cNvSpPr>
          <p:nvPr>
            <p:ph type="pic" idx="7"/>
          </p:nvPr>
        </p:nvSpPr>
        <p:spPr>
          <a:xfrm>
            <a:off x="7810500" y="8953500"/>
            <a:ext cx="4000500" cy="2857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9" name="title Placeholder"/>
          <p:cNvSpPr>
            <a:spLocks noGrp="1"/>
          </p:cNvSpPr>
          <p:nvPr>
            <p:ph type="title" idx="8"/>
          </p:nvPr>
        </p:nvSpPr>
        <p:spPr>
          <a:xfrm>
            <a:off x="952500" y="12696825"/>
            <a:ext cx="9906000" cy="895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5400" lang="en-US"/>
            </a:lvl1pPr>
          </a:lstStyle>
          <a:p>
            <a:pPr algn="l"/>
            <a:r>
              <a:rPr lang="en-US" sz="5400" b="1" spc="-188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0" name="source Placeholder"/>
          <p:cNvSpPr>
            <a:spLocks noGrp="1"/>
          </p:cNvSpPr>
          <p:nvPr>
            <p:ph type="body" idx="9"/>
          </p:nvPr>
        </p:nvSpPr>
        <p:spPr>
          <a:xfrm>
            <a:off x="952500" y="14382750"/>
            <a:ext cx="81915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 lang="en-US"/>
            </a:lvl1pPr>
          </a:lstStyle>
          <a:p>
            <a:pPr algn="l"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1" name="folio Placeholder"/>
          <p:cNvSpPr>
            <a:spLocks noGrp="1"/>
          </p:cNvSpPr>
          <p:nvPr>
            <p:ph type="sldNum" idx="10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 lang="en-US"/>
            </a:lvl1pPr>
          </a:lstStyle>
          <a:p>
            <a:pPr algn="l"/>
            <a:fld id="{FA8C6F72-6EAE-49CE-B534-CA93F6B36D2A}" type="slidenum"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364384437"/>
      </p:ext>
    </p:extLst>
  </p:cSld>
  <p:clrMapOvr>
    <a:masterClrMapping/>
  </p:clrMapOvr>
  <p:hf hdr="0" dt="0" ftr="0" sldNum="1"/>
</p:sldLayout>
</file>

<file path=ppt/slideLayouts/slideLayout2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Headline across the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Placeholder"/>
          <p:cNvSpPr>
            <a:spLocks noGrp="1"/>
          </p:cNvSpPr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  <p:sp>
        <p:nvSpPr>
          <p:cNvPr id="3" name="photo Placeholder"/>
          <p:cNvSpPr>
            <a:spLocks noGrp="1"/>
          </p:cNvSpPr>
          <p:nvPr>
            <p:ph type="pic" idx="2"/>
          </p:nvPr>
        </p:nvSpPr>
        <p:spPr>
          <a:xfrm>
            <a:off x="2667000" y="1714500"/>
            <a:ext cx="9144000" cy="8191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3"/>
          </p:nvPr>
        </p:nvSpPr>
        <p:spPr>
          <a:xfrm>
            <a:off x="952500" y="8162925"/>
            <a:ext cx="8953500" cy="2190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7500" lang="en-US"/>
            </a:lvl1pPr>
          </a:lstStyle>
          <a:p>
            <a:pPr algn="l">
              <a:lnSpc>
                <a:spcPts val="8700"/>
              </a:lnSpc>
            </a:pPr>
            <a:r>
              <a:rPr lang="en-US" sz="75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main-copy Placeholder"/>
          <p:cNvSpPr>
            <a:spLocks noGrp="1"/>
          </p:cNvSpPr>
          <p:nvPr>
            <p:ph type="body" idx="4"/>
          </p:nvPr>
        </p:nvSpPr>
        <p:spPr>
          <a:xfrm>
            <a:off x="952500" y="11763375"/>
            <a:ext cx="6477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 lang="en-US"/>
            </a:lvl1pPr>
          </a:lstStyle>
          <a:p>
            <a:pPr algn="l"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credit Placeholder"/>
          <p:cNvSpPr>
            <a:spLocks noGrp="1"/>
          </p:cNvSpPr>
          <p:nvPr>
            <p:ph type="body" idx="5"/>
          </p:nvPr>
        </p:nvSpPr>
        <p:spPr>
          <a:xfrm>
            <a:off x="7810500" y="11763375"/>
            <a:ext cx="40005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 lang="en-US"/>
            </a:lvl1pPr>
          </a:lstStyle>
          <a:p>
            <a:pPr algn="l"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folio Placeholder"/>
          <p:cNvSpPr>
            <a:spLocks noGrp="1"/>
          </p:cNvSpPr>
          <p:nvPr>
            <p:ph type="sldNum" idx="6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 lang="en-US"/>
            </a:lvl1pPr>
          </a:lstStyle>
          <a:p>
            <a:pPr algn="l"/>
            <a:fld id="{3251C76C-3513-4A67-80C5-91B8F02FDE25}" type="slidenum"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941089631"/>
      </p:ext>
    </p:extLst>
  </p:cSld>
  <p:clrMapOvr>
    <a:masterClrMapping/>
  </p:clrMapOvr>
  <p:hf hdr="0" dt="0" ftr="0" sldNum="1"/>
</p:sldLayout>
</file>

<file path=ppt/slideLayouts/slideLayout2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hotographs and geometric counterwe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o-step-pane Layout"/>
          <p:cNvSpPr/>
          <p:nvPr/>
        </p:nvSpPr>
        <p:spPr>
          <a:xfrm>
            <a:off x="952500" y="3238500"/>
            <a:ext cx="4953000" cy="4191000"/>
          </a:xfrm>
          <a:prstGeom prst="rect">
            <a:avLst/>
          </a:prstGeom>
          <a:solidFill>
            <a:srgbClr val="FFFCE0">
              <a:alpha val="78000"/>
            </a:srgbClr>
          </a:solidFill>
          <a:ln>
            <a:noFill/>
          </a:ln>
        </p:spPr>
      </p:sp>
      <p:sp>
        <p:nvSpPr>
          <p:cNvPr id="3" name="geo-circle Layout"/>
          <p:cNvSpPr/>
          <p:nvPr/>
        </p:nvSpPr>
        <p:spPr>
          <a:xfrm>
            <a:off x="952500" y="8572500"/>
            <a:ext cx="4000500" cy="4000500"/>
          </a:xfrm>
          <a:prstGeom prst="ellipse">
            <a:avLst/>
          </a:prstGeom>
          <a:solidFill>
            <a:srgbClr val="FFE500">
              <a:alpha val="65000"/>
            </a:srgbClr>
          </a:solidFill>
          <a:ln>
            <a:noFill/>
          </a:ln>
        </p:spPr>
      </p:sp>
      <p:sp>
        <p:nvSpPr>
          <p:cNvPr id="4" name="geo-axis Layout"/>
          <p:cNvSpPr/>
          <p:nvPr/>
        </p:nvSpPr>
        <p:spPr>
          <a:xfrm>
            <a:off x="952500" y="1057275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9050">
            <a:solidFill>
              <a:srgbClr val="FFE500"/>
            </a:solidFill>
          </a:ln>
        </p:spPr>
      </p:sp>
      <p:sp>
        <p:nvSpPr>
          <p:cNvPr id="5" name="kicker Placeholder"/>
          <p:cNvSpPr>
            <a:spLocks noGrp="1"/>
          </p:cNvSpPr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  <p:sp>
        <p:nvSpPr>
          <p:cNvPr id="6" name="title Placeholder"/>
          <p:cNvSpPr>
            <a:spLocks noGrp="1"/>
          </p:cNvSpPr>
          <p:nvPr>
            <p:ph type="title" idx="2"/>
          </p:nvPr>
        </p:nvSpPr>
        <p:spPr>
          <a:xfrm>
            <a:off x="952500" y="2000250"/>
            <a:ext cx="8572500" cy="1943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6600" lang="en-US"/>
            </a:lvl1pPr>
          </a:lstStyle>
          <a:p>
            <a:pPr algn="l">
              <a:lnSpc>
                <a:spcPts val="7656"/>
              </a:lnSpc>
            </a:pPr>
            <a:r>
              <a:rPr lang="en-US" sz="66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7" name="photo-main Placeholder"/>
          <p:cNvSpPr>
            <a:spLocks noGrp="1"/>
          </p:cNvSpPr>
          <p:nvPr>
            <p:ph type="pic" idx="3"/>
          </p:nvPr>
        </p:nvSpPr>
        <p:spPr>
          <a:xfrm>
            <a:off x="952500" y="4286250"/>
            <a:ext cx="6477000" cy="5905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8" name="note Placeholder"/>
          <p:cNvSpPr>
            <a:spLocks noGrp="1"/>
          </p:cNvSpPr>
          <p:nvPr>
            <p:ph type="body" idx="4"/>
          </p:nvPr>
        </p:nvSpPr>
        <p:spPr>
          <a:xfrm>
            <a:off x="7810500" y="4286250"/>
            <a:ext cx="3714750" cy="409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 lang="en-US"/>
            </a:lvl1pPr>
          </a:lstStyle>
          <a:p>
            <a:pPr algn="l"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photo-detail Placeholder"/>
          <p:cNvSpPr>
            <a:spLocks noGrp="1"/>
          </p:cNvSpPr>
          <p:nvPr>
            <p:ph type="pic" idx="5"/>
          </p:nvPr>
        </p:nvSpPr>
        <p:spPr>
          <a:xfrm>
            <a:off x="6096000" y="9048750"/>
            <a:ext cx="4762500" cy="5334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10" name="caption Placeholder"/>
          <p:cNvSpPr>
            <a:spLocks noGrp="1"/>
          </p:cNvSpPr>
          <p:nvPr>
            <p:ph type="body" idx="6"/>
          </p:nvPr>
        </p:nvSpPr>
        <p:spPr>
          <a:xfrm>
            <a:off x="952500" y="12954000"/>
            <a:ext cx="47625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 lang="en-US"/>
            </a:lvl1pPr>
          </a:lstStyle>
          <a:p>
            <a:pPr algn="l"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1" name="folio Placeholder"/>
          <p:cNvSpPr>
            <a:spLocks noGrp="1"/>
          </p:cNvSpPr>
          <p:nvPr>
            <p:ph type="sldNum" idx="7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 lang="en-US"/>
            </a:lvl1pPr>
          </a:lstStyle>
          <a:p>
            <a:pPr algn="l"/>
            <a:fld id="{214C5DEB-D20E-490C-856A-7BAB7FF6879B}" type="slidenum"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981064561"/>
      </p:ext>
    </p:extLst>
  </p:cSld>
  <p:clrMapOvr>
    <a:masterClrMapping/>
  </p:clrMapOvr>
  <p:hf hdr="0" dt="0" ftr="0" sldNum="1"/>
</p:sldLayout>
</file>

<file path=ppt/slideLayouts/slideLayout2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Full-bleed panorama with oversized 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1811000" cy="167068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  <p:sp>
        <p:nvSpPr>
          <p:cNvPr id="4" name="folio-display Placeholder"/>
          <p:cNvSpPr>
            <a:spLocks noGrp="1"/>
          </p:cNvSpPr>
          <p:nvPr>
            <p:ph type="body" idx="3"/>
          </p:nvPr>
        </p:nvSpPr>
        <p:spPr>
          <a:xfrm>
            <a:off x="6858000" y="2667000"/>
            <a:ext cx="4191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2500" lang="en-US"/>
            </a:lvl1pPr>
          </a:lstStyle>
          <a:p>
            <a:pPr algn="l" marL="0" indent="0">
              <a:buNone/>
            </a:pPr>
            <a:r>
              <a:rPr lang="en-US" sz="22500" b="1" spc="-750" dirty="0">
                <a:solidFill>
                  <a:srgbClr val="FFE5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title Placeholder"/>
          <p:cNvSpPr>
            <a:spLocks noGrp="1"/>
          </p:cNvSpPr>
          <p:nvPr>
            <p:ph type="title" idx="4"/>
          </p:nvPr>
        </p:nvSpPr>
        <p:spPr>
          <a:xfrm>
            <a:off x="952500" y="10744200"/>
            <a:ext cx="9525000" cy="2419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7800" lang="en-US"/>
            </a:lvl1pPr>
          </a:lstStyle>
          <a:p>
            <a:pPr algn="l">
              <a:lnSpc>
                <a:spcPts val="8902"/>
              </a:lnSpc>
            </a:pPr>
            <a:r>
              <a:rPr lang="en-US" sz="78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subtitle Placeholder"/>
          <p:cNvSpPr>
            <a:spLocks noGrp="1"/>
          </p:cNvSpPr>
          <p:nvPr>
            <p:ph type="subTitle" idx="5"/>
          </p:nvPr>
        </p:nvSpPr>
        <p:spPr>
          <a:xfrm>
            <a:off x="952500" y="14173200"/>
            <a:ext cx="7239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250" lang="en-US"/>
            </a:lvl1pPr>
          </a:lstStyle>
          <a:p>
            <a:pPr algn="l" marL="0" indent="0">
              <a:lnSpc>
                <a:spcPts val="3375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7" name="credit Placeholder"/>
          <p:cNvSpPr>
            <a:spLocks noGrp="1"/>
          </p:cNvSpPr>
          <p:nvPr>
            <p:ph type="body" idx="6"/>
          </p:nvPr>
        </p:nvSpPr>
        <p:spPr>
          <a:xfrm>
            <a:off x="952500" y="15525750"/>
            <a:ext cx="9906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0588149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Hero metrics header and tilted mason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ric-rule-1 Layout"/>
          <p:cNvSpPr/>
          <p:nvPr/>
        </p:nvSpPr>
        <p:spPr>
          <a:xfrm>
            <a:off x="952500" y="1571625"/>
            <a:ext cx="2190750" cy="9525"/>
          </a:xfrm>
          <a:custGeom>
            <a:avLst/>
            <a:gdLst/>
            <a:ahLst/>
            <a:cxnLst/>
            <a:rect l="l" t="t" r="r" b="b"/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/>
          <a:ln w="19050">
            <a:solidFill>
              <a:srgbClr val="111111"/>
            </a:solidFill>
          </a:ln>
        </p:spPr>
      </p:sp>
      <p:sp>
        <p:nvSpPr>
          <p:cNvPr id="3" name="metric-rule-2 Layout"/>
          <p:cNvSpPr/>
          <p:nvPr/>
        </p:nvSpPr>
        <p:spPr>
          <a:xfrm>
            <a:off x="3524250" y="1571625"/>
            <a:ext cx="2190750" cy="9525"/>
          </a:xfrm>
          <a:custGeom>
            <a:avLst/>
            <a:gdLst/>
            <a:ahLst/>
            <a:cxnLst/>
            <a:rect l="l" t="t" r="r" b="b"/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/>
          <a:ln w="19050">
            <a:solidFill>
              <a:srgbClr val="111111"/>
            </a:solidFill>
          </a:ln>
        </p:spPr>
      </p:sp>
      <p:sp>
        <p:nvSpPr>
          <p:cNvPr id="4" name="metric-rule-3 Layout"/>
          <p:cNvSpPr/>
          <p:nvPr/>
        </p:nvSpPr>
        <p:spPr>
          <a:xfrm>
            <a:off x="6096000" y="1571625"/>
            <a:ext cx="2190750" cy="9525"/>
          </a:xfrm>
          <a:custGeom>
            <a:avLst/>
            <a:gdLst/>
            <a:ahLst/>
            <a:cxnLst/>
            <a:rect l="l" t="t" r="r" b="b"/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/>
          <a:ln w="19050">
            <a:solidFill>
              <a:srgbClr val="111111"/>
            </a:solidFill>
          </a:ln>
        </p:spPr>
      </p:sp>
      <p:sp>
        <p:nvSpPr>
          <p:cNvPr id="5" name="metric-rule-4 Layout"/>
          <p:cNvSpPr/>
          <p:nvPr/>
        </p:nvSpPr>
        <p:spPr>
          <a:xfrm>
            <a:off x="8667750" y="1571625"/>
            <a:ext cx="2190750" cy="9525"/>
          </a:xfrm>
          <a:custGeom>
            <a:avLst/>
            <a:gdLst/>
            <a:ahLst/>
            <a:cxnLst/>
            <a:rect l="l" t="t" r="r" b="b"/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/>
          <a:ln w="19050">
            <a:solidFill>
              <a:srgbClr val="111111"/>
            </a:solidFill>
          </a:ln>
        </p:spPr>
      </p:sp>
      <p:sp>
        <p:nvSpPr>
          <p:cNvPr id="6" name="kicker Placeholder"/>
          <p:cNvSpPr>
            <a:spLocks noGrp="1"/>
          </p:cNvSpPr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200" lang="en-US"/>
            </a:lvl1pPr>
          </a:lstStyle>
          <a:p>
            <a:pPr algn="l" marL="0" indent="0">
              <a:buNone/>
            </a:pPr>
            <a:r>
              <a:rPr lang="en-US" sz="1200" spc="225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metric-1 Placeholder"/>
          <p:cNvSpPr>
            <a:spLocks noGrp="1"/>
          </p:cNvSpPr>
          <p:nvPr>
            <p:ph type="body" idx="2"/>
          </p:nvPr>
        </p:nvSpPr>
        <p:spPr>
          <a:xfrm>
            <a:off x="952500" y="1809750"/>
            <a:ext cx="2190750" cy="2190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7200" lang="en-US"/>
            </a:lvl1pPr>
          </a:lstStyle>
          <a:p>
            <a:pPr algn="l" marL="0" indent="0">
              <a:lnSpc>
                <a:spcPts val="345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-US"/>
          </a:p>
        </p:txBody>
      </p:sp>
      <p:sp>
        <p:nvSpPr>
          <p:cNvPr id="8" name="metric-2 Placeholder"/>
          <p:cNvSpPr>
            <a:spLocks noGrp="1"/>
          </p:cNvSpPr>
          <p:nvPr>
            <p:ph type="body" idx="3"/>
          </p:nvPr>
        </p:nvSpPr>
        <p:spPr>
          <a:xfrm>
            <a:off x="3524250" y="1809750"/>
            <a:ext cx="2190750" cy="2190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7200" lang="en-US"/>
            </a:lvl1pPr>
          </a:lstStyle>
          <a:p>
            <a:pPr algn="l" marL="0" indent="0">
              <a:lnSpc>
                <a:spcPts val="345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-US"/>
          </a:p>
        </p:txBody>
      </p:sp>
      <p:sp>
        <p:nvSpPr>
          <p:cNvPr id="9" name="metric-3 Placeholder"/>
          <p:cNvSpPr>
            <a:spLocks noGrp="1"/>
          </p:cNvSpPr>
          <p:nvPr>
            <p:ph type="body" idx="4"/>
          </p:nvPr>
        </p:nvSpPr>
        <p:spPr>
          <a:xfrm>
            <a:off x="6096000" y="1809750"/>
            <a:ext cx="2190750" cy="2190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7200" lang="en-US"/>
            </a:lvl1pPr>
          </a:lstStyle>
          <a:p>
            <a:pPr algn="l" marL="0" indent="0">
              <a:lnSpc>
                <a:spcPts val="345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-US"/>
          </a:p>
        </p:txBody>
      </p:sp>
      <p:sp>
        <p:nvSpPr>
          <p:cNvPr id="10" name="metric-4 Placeholder"/>
          <p:cNvSpPr>
            <a:spLocks noGrp="1"/>
          </p:cNvSpPr>
          <p:nvPr>
            <p:ph type="body" idx="5"/>
          </p:nvPr>
        </p:nvSpPr>
        <p:spPr>
          <a:xfrm>
            <a:off x="8667750" y="1809750"/>
            <a:ext cx="2190750" cy="2190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7200" lang="en-US"/>
            </a:lvl1pPr>
          </a:lstStyle>
          <a:p>
            <a:pPr algn="l" marL="0" indent="0">
              <a:lnSpc>
                <a:spcPts val="345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-US"/>
          </a:p>
        </p:txBody>
      </p:sp>
      <p:sp>
        <p:nvSpPr>
          <p:cNvPr id="11" name="photo-1 Placeholder"/>
          <p:cNvSpPr>
            <a:spLocks noGrp="1"/>
          </p:cNvSpPr>
          <p:nvPr>
            <p:ph type="pic" idx="6"/>
          </p:nvPr>
        </p:nvSpPr>
        <p:spPr>
          <a:xfrm>
            <a:off x="0" y="4667250"/>
            <a:ext cx="333375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12" name="photo-2 Placeholder"/>
          <p:cNvSpPr>
            <a:spLocks noGrp="1"/>
          </p:cNvSpPr>
          <p:nvPr>
            <p:ph type="pic" idx="7"/>
          </p:nvPr>
        </p:nvSpPr>
        <p:spPr>
          <a:xfrm>
            <a:off x="0" y="11753850"/>
            <a:ext cx="3333750" cy="3048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13" name="photo-3 Placeholder"/>
          <p:cNvSpPr>
            <a:spLocks noGrp="1"/>
          </p:cNvSpPr>
          <p:nvPr>
            <p:ph type="pic" idx="8"/>
          </p:nvPr>
        </p:nvSpPr>
        <p:spPr>
          <a:xfrm>
            <a:off x="3562350" y="4524375"/>
            <a:ext cx="2247900" cy="50482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14" name="photo-4 Placeholder"/>
          <p:cNvSpPr>
            <a:spLocks noGrp="1"/>
          </p:cNvSpPr>
          <p:nvPr>
            <p:ph type="pic" idx="9"/>
          </p:nvPr>
        </p:nvSpPr>
        <p:spPr>
          <a:xfrm>
            <a:off x="3562350" y="9801225"/>
            <a:ext cx="2247900" cy="500062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15" name="photo-5 Placeholder"/>
          <p:cNvSpPr>
            <a:spLocks noGrp="1"/>
          </p:cNvSpPr>
          <p:nvPr>
            <p:ph type="pic" idx="10"/>
          </p:nvPr>
        </p:nvSpPr>
        <p:spPr>
          <a:xfrm>
            <a:off x="6038850" y="4381500"/>
            <a:ext cx="2438400" cy="3619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16" name="photo-6 Placeholder"/>
          <p:cNvSpPr>
            <a:spLocks noGrp="1"/>
          </p:cNvSpPr>
          <p:nvPr>
            <p:ph type="pic" idx="11"/>
          </p:nvPr>
        </p:nvSpPr>
        <p:spPr>
          <a:xfrm>
            <a:off x="6038850" y="8229600"/>
            <a:ext cx="2438400" cy="65722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17" name="photo-7 Placeholder"/>
          <p:cNvSpPr>
            <a:spLocks noGrp="1"/>
          </p:cNvSpPr>
          <p:nvPr>
            <p:ph type="pic" idx="12"/>
          </p:nvPr>
        </p:nvSpPr>
        <p:spPr>
          <a:xfrm>
            <a:off x="8705850" y="4238625"/>
            <a:ext cx="3105150" cy="5334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18" name="photo-8 Placeholder"/>
          <p:cNvSpPr>
            <a:spLocks noGrp="1"/>
          </p:cNvSpPr>
          <p:nvPr>
            <p:ph type="pic" idx="13"/>
          </p:nvPr>
        </p:nvSpPr>
        <p:spPr>
          <a:xfrm>
            <a:off x="8705850" y="9801225"/>
            <a:ext cx="3105150" cy="500062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19" name="source Placeholder"/>
          <p:cNvSpPr>
            <a:spLocks noGrp="1"/>
          </p:cNvSpPr>
          <p:nvPr>
            <p:ph type="body" idx="14"/>
          </p:nvPr>
        </p:nvSpPr>
        <p:spPr>
          <a:xfrm>
            <a:off x="952500" y="15192375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0" name="folio Placeholder"/>
          <p:cNvSpPr>
            <a:spLocks noGrp="1"/>
          </p:cNvSpPr>
          <p:nvPr>
            <p:ph type="sldNum" idx="15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 lang="en-US"/>
            </a:lvl1pPr>
          </a:lstStyle>
          <a:p>
            <a:pPr algn="l"/>
            <a:fld id="{0392D682-9737-4C2C-BB3C-FF25A6DE7222}" type="slidenum"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494667210"/>
      </p:ext>
    </p:extLst>
  </p:cSld>
  <p:clrMapOvr>
    <a:masterClrMapping/>
  </p:clrMapOvr>
  <p:hf hdr="0" dt="0" ftr="0" sldNum="1"/>
</p:sldLayout>
</file>

<file path=ppt/slideLayouts/slideLayout2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Full-bleed field note with serif quo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1811000" cy="167068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  <p:sp>
        <p:nvSpPr>
          <p:cNvPr id="4" name="quote Placeholder"/>
          <p:cNvSpPr>
            <a:spLocks noGrp="1"/>
          </p:cNvSpPr>
          <p:nvPr>
            <p:ph type="title" idx="3"/>
          </p:nvPr>
        </p:nvSpPr>
        <p:spPr>
          <a:xfrm>
            <a:off x="1524000" y="3943350"/>
            <a:ext cx="9334500" cy="5095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400" lang="en-US"/>
            </a:lvl1pPr>
          </a:lstStyle>
          <a:p>
            <a:pPr algn="l">
              <a:lnSpc>
                <a:spcPts val="10226"/>
              </a:lnSpc>
            </a:pPr>
            <a:r>
              <a:rPr lang="en-US" sz="84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attribution-kicker Placeholder"/>
          <p:cNvSpPr>
            <a:spLocks noGrp="1"/>
          </p:cNvSpPr>
          <p:nvPr>
            <p:ph type="body" idx="4"/>
          </p:nvPr>
        </p:nvSpPr>
        <p:spPr>
          <a:xfrm>
            <a:off x="1524000" y="9525000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 lang="en-US"/>
            </a:lvl1pPr>
          </a:lstStyle>
          <a:p>
            <a:pPr algn="l" marL="0" indent="0">
              <a:buNone/>
            </a:pPr>
            <a:r>
              <a:rPr lang="en-US" sz="1500" spc="300" dirty="0">
                <a:solidFill>
                  <a:srgbClr val="FFE500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  <p:sp>
        <p:nvSpPr>
          <p:cNvPr id="6" name="attribution-line Placeholder"/>
          <p:cNvSpPr>
            <a:spLocks noGrp="1"/>
          </p:cNvSpPr>
          <p:nvPr>
            <p:ph type="body" idx="5"/>
          </p:nvPr>
        </p:nvSpPr>
        <p:spPr>
          <a:xfrm>
            <a:off x="1524000" y="99822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 lang="en-US"/>
            </a:lvl1pPr>
          </a:lstStyle>
          <a:p>
            <a:pPr algn="l" marL="0" indent="0">
              <a:buNone/>
            </a:pPr>
            <a:r>
              <a:rPr lang="en-US" sz="19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credit Placeholder"/>
          <p:cNvSpPr>
            <a:spLocks noGrp="1"/>
          </p:cNvSpPr>
          <p:nvPr>
            <p:ph type="body" idx="6"/>
          </p:nvPr>
        </p:nvSpPr>
        <p:spPr>
          <a:xfrm>
            <a:off x="952500" y="15525750"/>
            <a:ext cx="9906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0661832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hree full-width photographic ba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Placeholder"/>
          <p:cNvSpPr>
            <a:spLocks noGrp="1"/>
          </p:cNvSpPr>
          <p:nvPr>
            <p:ph type="body" idx="1"/>
          </p:nvPr>
        </p:nvSpPr>
        <p:spPr>
          <a:xfrm>
            <a:off x="952500" y="95250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  <p:sp>
        <p:nvSpPr>
          <p:cNvPr id="3" name="title Placeholder"/>
          <p:cNvSpPr>
            <a:spLocks noGrp="1"/>
          </p:cNvSpPr>
          <p:nvPr>
            <p:ph type="title" idx="2"/>
          </p:nvPr>
        </p:nvSpPr>
        <p:spPr>
          <a:xfrm>
            <a:off x="952500" y="1800225"/>
            <a:ext cx="6286500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7200" lang="en-US"/>
            </a:lvl1pPr>
          </a:lstStyle>
          <a:p>
            <a:pPr algn="l">
              <a:lnSpc>
                <a:spcPts val="7958"/>
              </a:lnSpc>
            </a:pPr>
            <a:r>
              <a:rPr lang="en-US" sz="72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band-1 Placeholder"/>
          <p:cNvSpPr>
            <a:spLocks noGrp="1"/>
          </p:cNvSpPr>
          <p:nvPr>
            <p:ph type="pic" idx="3"/>
          </p:nvPr>
        </p:nvSpPr>
        <p:spPr>
          <a:xfrm>
            <a:off x="0" y="4000500"/>
            <a:ext cx="11811000" cy="3619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5" name="band-1-kicker Placeholder"/>
          <p:cNvSpPr>
            <a:spLocks noGrp="1"/>
          </p:cNvSpPr>
          <p:nvPr>
            <p:ph type="body" idx="4"/>
          </p:nvPr>
        </p:nvSpPr>
        <p:spPr>
          <a:xfrm>
            <a:off x="952500" y="6096000"/>
            <a:ext cx="8572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spc="225" dirty="0">
                <a:solidFill>
                  <a:srgbClr val="FFE500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  <p:sp>
        <p:nvSpPr>
          <p:cNvPr id="6" name="band-1-caption Placeholder"/>
          <p:cNvSpPr>
            <a:spLocks noGrp="1"/>
          </p:cNvSpPr>
          <p:nvPr>
            <p:ph type="body" idx="5"/>
          </p:nvPr>
        </p:nvSpPr>
        <p:spPr>
          <a:xfrm>
            <a:off x="952500" y="6591300"/>
            <a:ext cx="85725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300" lang="en-US"/>
            </a:lvl1pPr>
          </a:lstStyle>
          <a:p>
            <a:pPr algn="l"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-US"/>
          </a:p>
        </p:txBody>
      </p:sp>
      <p:sp>
        <p:nvSpPr>
          <p:cNvPr id="7" name="band-2 Placeholder"/>
          <p:cNvSpPr>
            <a:spLocks noGrp="1"/>
          </p:cNvSpPr>
          <p:nvPr>
            <p:ph type="pic" idx="6"/>
          </p:nvPr>
        </p:nvSpPr>
        <p:spPr>
          <a:xfrm>
            <a:off x="0" y="8001000"/>
            <a:ext cx="11811000" cy="3619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8" name="band-2-kicker Placeholder"/>
          <p:cNvSpPr>
            <a:spLocks noGrp="1"/>
          </p:cNvSpPr>
          <p:nvPr>
            <p:ph type="body" idx="7"/>
          </p:nvPr>
        </p:nvSpPr>
        <p:spPr>
          <a:xfrm>
            <a:off x="952500" y="10096500"/>
            <a:ext cx="8572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spc="225" dirty="0">
                <a:solidFill>
                  <a:srgbClr val="FFE500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  <p:sp>
        <p:nvSpPr>
          <p:cNvPr id="9" name="band-2-caption Placeholder"/>
          <p:cNvSpPr>
            <a:spLocks noGrp="1"/>
          </p:cNvSpPr>
          <p:nvPr>
            <p:ph type="body" idx="8"/>
          </p:nvPr>
        </p:nvSpPr>
        <p:spPr>
          <a:xfrm>
            <a:off x="952500" y="10591800"/>
            <a:ext cx="85725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300" lang="en-US"/>
            </a:lvl1pPr>
          </a:lstStyle>
          <a:p>
            <a:pPr algn="l"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-US"/>
          </a:p>
        </p:txBody>
      </p:sp>
      <p:sp>
        <p:nvSpPr>
          <p:cNvPr id="10" name="band-3 Placeholder"/>
          <p:cNvSpPr>
            <a:spLocks noGrp="1"/>
          </p:cNvSpPr>
          <p:nvPr>
            <p:ph type="pic" idx="9"/>
          </p:nvPr>
        </p:nvSpPr>
        <p:spPr>
          <a:xfrm>
            <a:off x="0" y="12001500"/>
            <a:ext cx="11811000" cy="3619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11" name="band-3-kicker Placeholder"/>
          <p:cNvSpPr>
            <a:spLocks noGrp="1"/>
          </p:cNvSpPr>
          <p:nvPr>
            <p:ph type="body" idx="10"/>
          </p:nvPr>
        </p:nvSpPr>
        <p:spPr>
          <a:xfrm>
            <a:off x="952500" y="14097000"/>
            <a:ext cx="8572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spc="225" dirty="0">
                <a:solidFill>
                  <a:srgbClr val="FFE500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  <p:sp>
        <p:nvSpPr>
          <p:cNvPr id="12" name="band-3-caption Placeholder"/>
          <p:cNvSpPr>
            <a:spLocks noGrp="1"/>
          </p:cNvSpPr>
          <p:nvPr>
            <p:ph type="body" idx="11"/>
          </p:nvPr>
        </p:nvSpPr>
        <p:spPr>
          <a:xfrm>
            <a:off x="952500" y="14592300"/>
            <a:ext cx="85725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300" lang="en-US"/>
            </a:lvl1pPr>
          </a:lstStyle>
          <a:p>
            <a:pPr algn="l"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-US"/>
          </a:p>
        </p:txBody>
      </p:sp>
      <p:sp>
        <p:nvSpPr>
          <p:cNvPr id="13" name="credit Placeholder"/>
          <p:cNvSpPr>
            <a:spLocks noGrp="1"/>
          </p:cNvSpPr>
          <p:nvPr>
            <p:ph type="body" idx="12"/>
          </p:nvPr>
        </p:nvSpPr>
        <p:spPr>
          <a:xfrm>
            <a:off x="952500" y="160020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200" lang="en-US"/>
            </a:lvl1pPr>
          </a:lstStyle>
          <a:p>
            <a:pPr algn="l" marL="0" indent="0">
              <a:buNone/>
            </a:pPr>
            <a:r>
              <a:rPr lang="en-US" sz="1200" spc="12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  <p:sp>
        <p:nvSpPr>
          <p:cNvPr id="14" name="folio Placeholder"/>
          <p:cNvSpPr>
            <a:spLocks noGrp="1"/>
          </p:cNvSpPr>
          <p:nvPr>
            <p:ph type="sldNum" idx="13"/>
          </p:nvPr>
        </p:nvSpPr>
        <p:spPr>
          <a:xfrm>
            <a:off x="9906000" y="16002000"/>
            <a:ext cx="952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 lang="en-US"/>
            </a:lvl1pPr>
          </a:lstStyle>
          <a:p>
            <a:pPr algn="l"/>
            <a:fld id="{9E7D3D40-ED21-4C52-80BB-89C88F39EAD6}" type="slidenum"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9862977"/>
      </p:ext>
    </p:extLst>
  </p:cSld>
  <p:clrMapOvr>
    <a:masterClrMapping/>
  </p:clrMapOvr>
  <p:hf hdr="0" dt="0" ftr="0" sldNum="1"/>
</p:sldLayout>
</file>

<file path=ppt/slideLayouts/slideLayout2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astal Panorama —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orama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1811000" cy="167068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952500" y="952500"/>
            <a:ext cx="8572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spc="180" dirty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3"/>
          </p:nvPr>
        </p:nvSpPr>
        <p:spPr>
          <a:xfrm>
            <a:off x="952500" y="11125200"/>
            <a:ext cx="95250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7500" lang="en-US"/>
            </a:lvl1pPr>
          </a:lstStyle>
          <a:p>
            <a:pPr algn="l">
              <a:lnSpc>
                <a:spcPts val="8400"/>
              </a:lnSpc>
            </a:pPr>
            <a:r>
              <a:rPr lang="en-US" sz="75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folio Placeholder"/>
          <p:cNvSpPr>
            <a:spLocks noGrp="1"/>
          </p:cNvSpPr>
          <p:nvPr>
            <p:ph type="sldNum" idx="4"/>
          </p:nvPr>
        </p:nvSpPr>
        <p:spPr>
          <a:xfrm>
            <a:off x="9906000" y="16097250"/>
            <a:ext cx="952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 lang="en-US"/>
            </a:lvl1pPr>
          </a:lstStyle>
          <a:p>
            <a:pPr algn="l"/>
            <a:fld id="{50FA00F1-A737-4BBB-9791-20DF7D00B502}" type="slidenum"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468860194"/>
      </p:ext>
    </p:extLst>
  </p:cSld>
  <p:clrMapOvr>
    <a:masterClrMapping/>
  </p:clrMapOvr>
  <p:hf hdr="0" dt="0" ftr="0" sldNum="1"/>
</p:sldLayout>
</file>

<file path=ppt/slideLayouts/slideLayout3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astal Panorama —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orama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1811000" cy="167068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952500" y="952500"/>
            <a:ext cx="8572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spc="180" dirty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  <p:sp>
        <p:nvSpPr>
          <p:cNvPr id="4" name="panel-copy-left Placeholder"/>
          <p:cNvSpPr>
            <a:spLocks noGrp="1"/>
          </p:cNvSpPr>
          <p:nvPr>
            <p:ph type="body" idx="3"/>
          </p:nvPr>
        </p:nvSpPr>
        <p:spPr>
          <a:xfrm>
            <a:off x="1809750" y="11430000"/>
            <a:ext cx="381000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 lang="en-US"/>
            </a:lvl1pPr>
          </a:lstStyle>
          <a:p>
            <a:pPr algn="l"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folio Placeholder"/>
          <p:cNvSpPr>
            <a:spLocks noGrp="1"/>
          </p:cNvSpPr>
          <p:nvPr>
            <p:ph type="sldNum" idx="4"/>
          </p:nvPr>
        </p:nvSpPr>
        <p:spPr>
          <a:xfrm>
            <a:off x="9906000" y="16097250"/>
            <a:ext cx="952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 lang="en-US"/>
            </a:lvl1pPr>
          </a:lstStyle>
          <a:p>
            <a:pPr algn="l"/>
            <a:fld id="{14605C8D-071F-41DB-9CE3-01620A9BD889}" type="slidenum"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263439449"/>
      </p:ext>
    </p:extLst>
  </p:cSld>
  <p:clrMapOvr>
    <a:masterClrMapping/>
  </p:clrMapOvr>
  <p:hf hdr="0" dt="0" ftr="0" sldNum="1"/>
</p:sldLayout>
</file>

<file path=ppt/slideLayouts/slideLayout31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Woodland Panorama —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orama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1811000" cy="167068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952500" y="952500"/>
            <a:ext cx="8572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spc="180" dirty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  <p:sp>
        <p:nvSpPr>
          <p:cNvPr id="4" name="quote Placeholder"/>
          <p:cNvSpPr>
            <a:spLocks noGrp="1"/>
          </p:cNvSpPr>
          <p:nvPr>
            <p:ph type="title" idx="3"/>
          </p:nvPr>
        </p:nvSpPr>
        <p:spPr>
          <a:xfrm>
            <a:off x="1524000" y="3543300"/>
            <a:ext cx="9144000" cy="495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6900" lang="en-US"/>
            </a:lvl1pPr>
          </a:lstStyle>
          <a:p>
            <a:pPr algn="l">
              <a:lnSpc>
                <a:spcPts val="8400"/>
              </a:lnSpc>
            </a:pPr>
            <a:r>
              <a:rPr lang="en-US" sz="6900" b="1" i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folio Placeholder"/>
          <p:cNvSpPr>
            <a:spLocks noGrp="1"/>
          </p:cNvSpPr>
          <p:nvPr>
            <p:ph type="sldNum" idx="4"/>
          </p:nvPr>
        </p:nvSpPr>
        <p:spPr>
          <a:xfrm>
            <a:off x="9906000" y="16097250"/>
            <a:ext cx="952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 lang="en-US"/>
            </a:lvl1pPr>
          </a:lstStyle>
          <a:p>
            <a:pPr algn="l"/>
            <a:fld id="{AEE4722D-B674-4CBF-85AE-EBDF25418DCA}" type="slidenum"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048367651"/>
      </p:ext>
    </p:extLst>
  </p:cSld>
  <p:clrMapOvr>
    <a:masterClrMapping/>
  </p:clrMapOvr>
  <p:hf hdr="0" dt="0" ftr="0" sldNum="1"/>
</p:sldLayout>
</file>

<file path=ppt/slideLayouts/slideLayout3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Woodland Panorama —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orama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1811000" cy="167068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952500" y="952500"/>
            <a:ext cx="8572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spc="180" dirty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  <p:sp>
        <p:nvSpPr>
          <p:cNvPr id="4" name="folio-display Placeholder"/>
          <p:cNvSpPr>
            <a:spLocks noGrp="1"/>
          </p:cNvSpPr>
          <p:nvPr>
            <p:ph type="body" idx="3"/>
          </p:nvPr>
        </p:nvSpPr>
        <p:spPr>
          <a:xfrm>
            <a:off x="6286500" y="2019300"/>
            <a:ext cx="4572000" cy="3771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2500" lang="en-US"/>
            </a:lvl1pPr>
          </a:lstStyle>
          <a:p>
            <a:pPr algn="l" marL="0" indent="0">
              <a:buNone/>
            </a:pPr>
            <a:r>
              <a:rPr lang="en-US" sz="22500" b="1" spc="-750" dirty="0">
                <a:solidFill>
                  <a:srgbClr val="FFE5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folio Placeholder"/>
          <p:cNvSpPr>
            <a:spLocks noGrp="1"/>
          </p:cNvSpPr>
          <p:nvPr>
            <p:ph type="sldNum" idx="4"/>
          </p:nvPr>
        </p:nvSpPr>
        <p:spPr>
          <a:xfrm>
            <a:off x="9906000" y="16097250"/>
            <a:ext cx="952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 lang="en-US"/>
            </a:lvl1pPr>
          </a:lstStyle>
          <a:p>
            <a:pPr algn="l"/>
            <a:fld id="{95458D28-EBCF-4C0B-AB34-E26D9B25C01D}" type="slidenum"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976084831"/>
      </p:ext>
    </p:extLst>
  </p:cSld>
  <p:clrMapOvr>
    <a:masterClrMapping/>
  </p:clrMapOvr>
  <p:hf hdr="0" dt="0" ftr="0" sldNum="1"/>
</p:sldLayout>
</file>

<file path=ppt/slideLayouts/slideLayout3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utumn Feature — full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1811000" cy="167068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952500" y="952500"/>
            <a:ext cx="8572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spc="180" dirty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  <p:sp>
        <p:nvSpPr>
          <p:cNvPr id="4" name="folio-display Placeholder"/>
          <p:cNvSpPr>
            <a:spLocks noGrp="1"/>
          </p:cNvSpPr>
          <p:nvPr>
            <p:ph type="body" idx="3"/>
          </p:nvPr>
        </p:nvSpPr>
        <p:spPr>
          <a:xfrm>
            <a:off x="6286500" y="2019300"/>
            <a:ext cx="4572000" cy="3771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2500" lang="en-US"/>
            </a:lvl1pPr>
          </a:lstStyle>
          <a:p>
            <a:pPr algn="l" marL="0" indent="0">
              <a:buNone/>
            </a:pPr>
            <a:r>
              <a:rPr lang="en-US" sz="22500" b="1" spc="-750" dirty="0">
                <a:solidFill>
                  <a:srgbClr val="FFE5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title Placeholder"/>
          <p:cNvSpPr>
            <a:spLocks noGrp="1"/>
          </p:cNvSpPr>
          <p:nvPr>
            <p:ph type="title" idx="4"/>
          </p:nvPr>
        </p:nvSpPr>
        <p:spPr>
          <a:xfrm>
            <a:off x="952500" y="11125200"/>
            <a:ext cx="91440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250" lang="en-US"/>
            </a:lvl1pPr>
          </a:lstStyle>
          <a:p>
            <a:pPr algn="l">
              <a:lnSpc>
                <a:spcPts val="9300"/>
              </a:lnSpc>
            </a:pPr>
            <a:r>
              <a:rPr lang="en-US" sz="825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subtitle Placeholder"/>
          <p:cNvSpPr>
            <a:spLocks noGrp="1"/>
          </p:cNvSpPr>
          <p:nvPr>
            <p:ph type="subTitle" idx="5"/>
          </p:nvPr>
        </p:nvSpPr>
        <p:spPr>
          <a:xfrm>
            <a:off x="952500" y="14192250"/>
            <a:ext cx="7620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250" lang="en-US"/>
            </a:lvl1pPr>
          </a:lstStyle>
          <a:p>
            <a:pPr algn="l" marL="0" indent="0">
              <a:lnSpc>
                <a:spcPts val="3375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7" name="credit Placeholder"/>
          <p:cNvSpPr>
            <a:spLocks noGrp="1"/>
          </p:cNvSpPr>
          <p:nvPr>
            <p:ph type="body" idx="6"/>
          </p:nvPr>
        </p:nvSpPr>
        <p:spPr>
          <a:xfrm>
            <a:off x="952500" y="15525750"/>
            <a:ext cx="9906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-US"/>
            </a:lvl1pPr>
          </a:lstStyle>
          <a:p>
            <a:pPr algn="l" marL="0" indent="0">
              <a:buNone/>
            </a:pPr>
            <a:r>
              <a:rPr lang="en-US" sz="1350" spc="150" dirty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  <p:sp>
        <p:nvSpPr>
          <p:cNvPr id="8" name="folio Placeholder"/>
          <p:cNvSpPr>
            <a:spLocks noGrp="1"/>
          </p:cNvSpPr>
          <p:nvPr>
            <p:ph type="sldNum" idx="7"/>
          </p:nvPr>
        </p:nvSpPr>
        <p:spPr>
          <a:xfrm>
            <a:off x="9906000" y="16097250"/>
            <a:ext cx="952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 lang="en-US"/>
            </a:lvl1pPr>
          </a:lstStyle>
          <a:p>
            <a:pPr algn="l"/>
            <a:fld id="{FE693DB5-BF81-4145-A22B-4AFC52F5595A}" type="slidenum"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93274202"/>
      </p:ext>
    </p:extLst>
  </p:cSld>
  <p:clrMapOvr>
    <a:masterClrMapping/>
  </p:clrMapOvr>
  <p:hf hdr="0" dt="0" ftr="0" sldNum="1"/>
</p:sldLayout>
</file>

<file path=ppt/slideLayouts/slideLayout3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Full-bleed photograph with reading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1811000" cy="167068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3" name="kicker Placeholder"/>
          <p:cNvSpPr>
            <a:spLocks noGrp="1"/>
          </p:cNvSpPr>
          <p:nvPr>
            <p:ph type="body" idx="2"/>
          </p:nvPr>
        </p:nvSpPr>
        <p:spPr>
          <a:xfrm>
            <a:off x="7429500" y="952500"/>
            <a:ext cx="381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280" lang="en-US"/>
            </a:lvl1pPr>
          </a:lstStyle>
          <a:p>
            <a:pPr algn="l" marL="0" indent="0">
              <a:buNone/>
            </a:pPr>
            <a:r>
              <a:rPr lang="en-US" sz="1280" spc="15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3"/>
          </p:nvPr>
        </p:nvSpPr>
        <p:spPr>
          <a:xfrm>
            <a:off x="7429500" y="1695450"/>
            <a:ext cx="3810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5100" lang="en-US"/>
            </a:lvl1pPr>
          </a:lstStyle>
          <a:p>
            <a:pPr algn="l">
              <a:lnSpc>
                <a:spcPts val="5850"/>
              </a:lnSpc>
            </a:pPr>
            <a:r>
              <a:rPr lang="en-US" sz="5100" b="1" spc="-75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lead Placeholder"/>
          <p:cNvSpPr>
            <a:spLocks noGrp="1"/>
          </p:cNvSpPr>
          <p:nvPr>
            <p:ph type="subTitle" idx="4"/>
          </p:nvPr>
        </p:nvSpPr>
        <p:spPr>
          <a:xfrm>
            <a:off x="7429500" y="3810000"/>
            <a:ext cx="38100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 lang="en-US"/>
            </a:lvl1pPr>
          </a:lstStyle>
          <a:p>
            <a:pPr algn="l"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6" name="body Placeholder"/>
          <p:cNvSpPr>
            <a:spLocks noGrp="1"/>
          </p:cNvSpPr>
          <p:nvPr>
            <p:ph type="body" idx="5"/>
          </p:nvPr>
        </p:nvSpPr>
        <p:spPr>
          <a:xfrm>
            <a:off x="7429500" y="5334000"/>
            <a:ext cx="3810000" cy="685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80" lang="en-US"/>
            </a:lvl1pPr>
          </a:lstStyle>
          <a:p>
            <a:pPr algn="l" marL="0" indent="0">
              <a:lnSpc>
                <a:spcPts val="2550"/>
              </a:lnSpc>
              <a:buNone/>
            </a:pPr>
            <a:r>
              <a:rPr lang="en-US" sz="158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hoto-quote Placeholder"/>
          <p:cNvSpPr>
            <a:spLocks noGrp="1"/>
          </p:cNvSpPr>
          <p:nvPr>
            <p:ph type="body" idx="6"/>
          </p:nvPr>
        </p:nvSpPr>
        <p:spPr>
          <a:xfrm>
            <a:off x="952500" y="12954000"/>
            <a:ext cx="51435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900" lang="en-US"/>
            </a:lvl1pPr>
          </a:lstStyle>
          <a:p>
            <a:pPr algn="l" marL="0" indent="0">
              <a:lnSpc>
                <a:spcPts val="4650"/>
              </a:lnSpc>
              <a:buNone/>
            </a:pPr>
            <a:r>
              <a:rPr lang="en-US" sz="3900" i="1" spc="-75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-US"/>
          </a:p>
        </p:txBody>
      </p:sp>
      <p:sp>
        <p:nvSpPr>
          <p:cNvPr id="8" name="panel-note Placeholder"/>
          <p:cNvSpPr>
            <a:spLocks noGrp="1"/>
          </p:cNvSpPr>
          <p:nvPr>
            <p:ph type="body" idx="10"/>
          </p:nvPr>
        </p:nvSpPr>
        <p:spPr>
          <a:xfrm>
            <a:off x="7429500" y="11430000"/>
            <a:ext cx="38100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250" lang="en-US"/>
            </a:lvl1pPr>
          </a:lstStyle>
          <a:p>
            <a:pPr algn="l" marL="0" indent="0">
              <a:lnSpc>
                <a:spcPts val="3150"/>
              </a:lnSpc>
              <a:buNone/>
            </a:pPr>
            <a:r>
              <a:rPr lang="en-US" sz="2250" i="1" spc="-38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-US"/>
          </a:p>
        </p:txBody>
      </p:sp>
      <p:sp>
        <p:nvSpPr>
          <p:cNvPr id="9" name="caption Placeholder"/>
          <p:cNvSpPr>
            <a:spLocks noGrp="1"/>
          </p:cNvSpPr>
          <p:nvPr>
            <p:ph type="body" idx="7"/>
          </p:nvPr>
        </p:nvSpPr>
        <p:spPr>
          <a:xfrm>
            <a:off x="7429500" y="14859000"/>
            <a:ext cx="3810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200" lang="en-US"/>
            </a:lvl1pPr>
          </a:lstStyle>
          <a:p>
            <a:pPr algn="l" marL="0" indent="0">
              <a:lnSpc>
                <a:spcPts val="2100"/>
              </a:lnSpc>
              <a:buNone/>
            </a:pPr>
            <a:r>
              <a:rPr lang="en-US" sz="1200" spc="9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  <p:sp>
        <p:nvSpPr>
          <p:cNvPr id="10" name="credit Placeholder"/>
          <p:cNvSpPr>
            <a:spLocks noGrp="1"/>
          </p:cNvSpPr>
          <p:nvPr>
            <p:ph type="body" idx="8"/>
          </p:nvPr>
        </p:nvSpPr>
        <p:spPr>
          <a:xfrm>
            <a:off x="952500" y="15525750"/>
            <a:ext cx="5715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200" lang="en-US"/>
            </a:lvl1pPr>
          </a:lstStyle>
          <a:p>
            <a:pPr algn="l" marL="0" indent="0">
              <a:buNone/>
            </a:pPr>
            <a:r>
              <a:rPr lang="en-US" sz="1200" spc="120" dirty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Click to add text</a:t>
            </a:r>
            <a:endParaRPr lang="en-US"/>
          </a:p>
        </p:txBody>
      </p:sp>
      <p:sp>
        <p:nvSpPr>
          <p:cNvPr id="11" name="folio Placeholder"/>
          <p:cNvSpPr>
            <a:spLocks noGrp="1"/>
          </p:cNvSpPr>
          <p:nvPr>
            <p:ph type="sldNum" idx="9"/>
          </p:nvPr>
        </p:nvSpPr>
        <p:spPr>
          <a:xfrm>
            <a:off x="9906000" y="16097250"/>
            <a:ext cx="952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 lang="en-US"/>
            </a:lvl1pPr>
          </a:lstStyle>
          <a:p>
            <a:pPr algn="l"/>
            <a:fld id="{D2D380F5-6507-40DA-921C-79BD28E80960}" type="slidenum"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00526984"/>
      </p:ext>
    </p:extLst>
  </p:cSld>
  <p:clrMapOvr>
    <a:masterClrMapping/>
  </p:clrMapOvr>
  <p:hf hdr="0" dt="0" ftr="0" sldNum="1"/>
</p:sldLayout>
</file>

<file path=ppt/slideLayouts/slideLayout3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hotographic 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-rule Layout"/>
          <p:cNvSpPr/>
          <p:nvPr/>
        </p:nvSpPr>
        <p:spPr>
          <a:xfrm>
            <a:off x="952500" y="1323975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38100">
            <a:solidFill>
              <a:srgbClr val="FFE500"/>
            </a:solidFill>
          </a:ln>
        </p:spPr>
      </p:sp>
      <p:sp>
        <p:nvSpPr>
          <p:cNvPr id="3" name="hero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1811000" cy="8572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en-US"/>
          </a:p>
        </p:txBody>
      </p:sp>
      <p:sp>
        <p:nvSpPr>
          <p:cNvPr id="4" name="title Placeholder"/>
          <p:cNvSpPr>
            <a:spLocks noGrp="1"/>
          </p:cNvSpPr>
          <p:nvPr>
            <p:ph type="title" idx="2"/>
          </p:nvPr>
        </p:nvSpPr>
        <p:spPr>
          <a:xfrm>
            <a:off x="952500" y="9639300"/>
            <a:ext cx="9906000" cy="2190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7500" lang="en-US"/>
            </a:lvl1pPr>
          </a:lstStyle>
          <a:p>
            <a:pPr algn="l">
              <a:lnSpc>
                <a:spcPts val="8700"/>
              </a:lnSpc>
            </a:pPr>
            <a:r>
              <a:rPr lang="en-US" sz="75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subtitle Placeholder"/>
          <p:cNvSpPr>
            <a:spLocks noGrp="1"/>
          </p:cNvSpPr>
          <p:nvPr>
            <p:ph type="subTitle" idx="3"/>
          </p:nvPr>
        </p:nvSpPr>
        <p:spPr>
          <a:xfrm>
            <a:off x="952500" y="1200150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250" lang="en-US"/>
            </a:lvl1pPr>
          </a:lstStyle>
          <a:p>
            <a:pPr algn="l" marL="0" indent="0">
              <a:buNone/>
            </a:pPr>
            <a:r>
              <a:rPr lang="en-US" sz="22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6" name="contact Placeholder"/>
          <p:cNvSpPr>
            <a:spLocks noGrp="1"/>
          </p:cNvSpPr>
          <p:nvPr>
            <p:ph type="body" idx="4"/>
          </p:nvPr>
        </p:nvSpPr>
        <p:spPr>
          <a:xfrm>
            <a:off x="952500" y="13906500"/>
            <a:ext cx="47625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 lang="en-US"/>
            </a:lvl1pPr>
          </a:lstStyle>
          <a:p>
            <a:pPr algn="l" marL="0" indent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closing Placeholder"/>
          <p:cNvSpPr>
            <a:spLocks noGrp="1"/>
          </p:cNvSpPr>
          <p:nvPr>
            <p:ph type="body" idx="5"/>
          </p:nvPr>
        </p:nvSpPr>
        <p:spPr>
          <a:xfrm>
            <a:off x="6096000" y="13906500"/>
            <a:ext cx="47625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 lang="en-US"/>
            </a:lvl1pPr>
          </a:lstStyle>
          <a:p>
            <a:pPr algn="l" marL="0" indent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folio Placeholder"/>
          <p:cNvSpPr>
            <a:spLocks noGrp="1"/>
          </p:cNvSpPr>
          <p:nvPr>
            <p:ph type="sldNum" idx="6"/>
          </p:nvPr>
        </p:nvSpPr>
        <p:spPr>
          <a:xfrm>
            <a:off x="9906000" y="15621000"/>
            <a:ext cx="95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 lang="en-US"/>
            </a:lvl1pPr>
          </a:lstStyle>
          <a:p>
            <a:pPr algn="l"/>
            <a:fld id="{E08BF3BF-D0C6-4FBB-B286-9C67C2CF9E10}" type="slidenum"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699218361"/>
      </p:ext>
    </p:extLst>
  </p:cSld>
  <p:clrMapOvr>
    <a:masterClrMapping/>
  </p:clrMapOvr>
  <p:hf hdr="0" dt="0" ftr="0" sldNum="1"/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  <Relationship Id="rId16" Type="http://schemas.openxmlformats.org/officeDocument/2006/relationships/slideLayout" Target="../slideLayouts/slideLayout15.xml"/>
  <Relationship Id="rId17" Type="http://schemas.openxmlformats.org/officeDocument/2006/relationships/slideLayout" Target="../slideLayouts/slideLayout16.xml"/>
  <Relationship Id="rId18" Type="http://schemas.openxmlformats.org/officeDocument/2006/relationships/slideLayout" Target="../slideLayouts/slideLayout17.xml"/>
  <Relationship Id="rId19" Type="http://schemas.openxmlformats.org/officeDocument/2006/relationships/slideLayout" Target="../slideLayouts/slideLayout18.xml"/>
  <Relationship Id="rId20" Type="http://schemas.openxmlformats.org/officeDocument/2006/relationships/slideLayout" Target="../slideLayouts/slideLayout19.xml"/>
  <Relationship Id="rId21" Type="http://schemas.openxmlformats.org/officeDocument/2006/relationships/slideLayout" Target="../slideLayouts/slideLayout20.xml"/>
  <Relationship Id="rId22" Type="http://schemas.openxmlformats.org/officeDocument/2006/relationships/slideLayout" Target="../slideLayouts/slideLayout21.xml"/>
  <Relationship Id="rId23" Type="http://schemas.openxmlformats.org/officeDocument/2006/relationships/slideLayout" Target="../slideLayouts/slideLayout22.xml"/>
  <Relationship Id="rId24" Type="http://schemas.openxmlformats.org/officeDocument/2006/relationships/slideLayout" Target="../slideLayouts/slideLayout23.xml"/>
  <Relationship Id="rId25" Type="http://schemas.openxmlformats.org/officeDocument/2006/relationships/slideLayout" Target="../slideLayouts/slideLayout24.xml"/>
  <Relationship Id="rId26" Type="http://schemas.openxmlformats.org/officeDocument/2006/relationships/slideLayout" Target="../slideLayouts/slideLayout25.xml"/>
  <Relationship Id="rId27" Type="http://schemas.openxmlformats.org/officeDocument/2006/relationships/slideLayout" Target="../slideLayouts/slideLayout26.xml"/>
  <Relationship Id="rId28" Type="http://schemas.openxmlformats.org/officeDocument/2006/relationships/slideLayout" Target="../slideLayouts/slideLayout27.xml"/>
  <Relationship Id="rId29" Type="http://schemas.openxmlformats.org/officeDocument/2006/relationships/slideLayout" Target="../slideLayouts/slideLayout28.xml"/>
  <Relationship Id="rId30" Type="http://schemas.openxmlformats.org/officeDocument/2006/relationships/slideLayout" Target="../slideLayouts/slideLayout29.xml"/>
  <Relationship Id="rId31" Type="http://schemas.openxmlformats.org/officeDocument/2006/relationships/slideLayout" Target="../slideLayouts/slideLayout30.xml"/>
  <Relationship Id="rId32" Type="http://schemas.openxmlformats.org/officeDocument/2006/relationships/slideLayout" Target="../slideLayouts/slideLayout31.xml"/>
  <Relationship Id="rId33" Type="http://schemas.openxmlformats.org/officeDocument/2006/relationships/slideLayout" Target="../slideLayouts/slideLayout32.xml"/>
  <Relationship Id="rId34" Type="http://schemas.openxmlformats.org/officeDocument/2006/relationships/slideLayout" Target="../slideLayouts/slideLayout33.xml"/>
  <Relationship Id="rId35" Type="http://schemas.openxmlformats.org/officeDocument/2006/relationships/slideLayout" Target="../slideLayouts/slideLayout34.xml"/>
  <Relationship Id="rId36" Type="http://schemas.openxmlformats.org/officeDocument/2006/relationships/slideLayout" Target="../slideLayouts/slideLayout35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A4 Editorial"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txStyles>
    <p:titleStyle>
      <a:lvl1pPr algn="ctr" defTabSz="457200" rtl="0" eaLnBrk="1" latinLnBrk="0" hangingPunct="1">
        <a:spcBef>
          <a:spcPct val="0"/>
        </a:spcBef>
        <a:buNone/>
        <a:defRPr sz="6600" kern="1200" lang="en-US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 lang="en-US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 lang="en-US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en-US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 lang="en-US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 lang="en-US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en-US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en-US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en-US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en-US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 lang="en-US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 lang="en-US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 lang="en-US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 lang="en-US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 lang="en-US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 lang="en-US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 lang="en-US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 lang="en-US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en-US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90106ec732c0ba3d.jp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23711bf556739d4d.jp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image" Target="../media/image_823be4dbc79d6b88.jp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5.xml"/>
  <Relationship Id="rId2" Type="http://schemas.openxmlformats.org/officeDocument/2006/relationships/image" Target="../media/image_d44495f6ad2e017e.jp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6.xml"/>
  <Relationship Id="rId2" Type="http://schemas.openxmlformats.org/officeDocument/2006/relationships/image" Target="../media/image_8d4e6f231002c0d8.jp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7.xml"/>
  <Relationship Id="rId2" Type="http://schemas.openxmlformats.org/officeDocument/2006/relationships/image" Target="../media/image_8d4e6f231002c0d8.jp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8.xml"/>
  <Relationship Id="rId2" Type="http://schemas.openxmlformats.org/officeDocument/2006/relationships/image" Target="../media/image_8d4e6f231002c0d8.jpg"/>
  <Relationship Id="rId3" Type="http://schemas.openxmlformats.org/officeDocument/2006/relationships/image" Target="../media/image_2f5c738928a3ce19.jpg"/>
  <Relationship Id="rId4" Type="http://schemas.openxmlformats.org/officeDocument/2006/relationships/image" Target="../media/image_d143b5b12f004d7b.jp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9.xml"/>
  <Relationship Id="rId2" Type="http://schemas.openxmlformats.org/officeDocument/2006/relationships/image" Target="../media/image_d143b5b12f004d7b.jpg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0.xml"/>
  <Relationship Id="rId2" Type="http://schemas.openxmlformats.org/officeDocument/2006/relationships/image" Target="../media/image_8d4e6f231002c0d8.jpg"/>
  <Relationship Id="rId3" Type="http://schemas.openxmlformats.org/officeDocument/2006/relationships/image" Target="../media/image_823be4dbc79d6b88.jpg"/>
  <Relationship Id="rId4" Type="http://schemas.openxmlformats.org/officeDocument/2006/relationships/image" Target="../media/image_d143b5b12f004d7b.jpg"/>
  <Relationship Id="rId5" Type="http://schemas.openxmlformats.org/officeDocument/2006/relationships/image" Target="../media/image_2f5c738928a3ce19.jpg"/>
  <Relationship Id="rId6" Type="http://schemas.openxmlformats.org/officeDocument/2006/relationships/image" Target="../media/image_fc54fb89aae69519.jpg"/>
  <Relationship Id="rId7" Type="http://schemas.openxmlformats.org/officeDocument/2006/relationships/image" Target="../media/image_90106ec732c0ba3d.jp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1.xml"/>
  <Relationship Id="rId2" Type="http://schemas.openxmlformats.org/officeDocument/2006/relationships/image" Target="../media/image_8d4e6f231002c0d8.jpg"/>
  <Relationship Id="rId3" Type="http://schemas.openxmlformats.org/officeDocument/2006/relationships/image" Target="../media/image_d143b5b12f004d7b.jpg"/>
  <Relationship Id="rId4" Type="http://schemas.openxmlformats.org/officeDocument/2006/relationships/image" Target="../media/image_2f5c738928a3ce19.jp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2.xml"/>
  <Relationship Id="rId2" Type="http://schemas.openxmlformats.org/officeDocument/2006/relationships/image" Target="../media/image_8d4e6f231002c0d8.jpg"/>
  <Relationship Id="rId3" Type="http://schemas.openxmlformats.org/officeDocument/2006/relationships/image" Target="../media/image_90106ec732c0ba3d.jpg"/>
  <Relationship Id="rId4" Type="http://schemas.openxmlformats.org/officeDocument/2006/relationships/image" Target="../media/image_d143b5b12f004d7b.jpg"/>
  <Relationship Id="rId5" Type="http://schemas.openxmlformats.org/officeDocument/2006/relationships/image" Target="../media/image_823be4dbc79d6b88.jpg"/>
  <Relationship Id="rId6" Type="http://schemas.openxmlformats.org/officeDocument/2006/relationships/image" Target="../media/image_fc54fb89aae69519.jpg"/>
  <Relationship Id="rId7" Type="http://schemas.openxmlformats.org/officeDocument/2006/relationships/image" Target="../media/image_6c0f79ad85f036ad.jpg"/>
  <Relationship Id="rId8" Type="http://schemas.openxmlformats.org/officeDocument/2006/relationships/image" Target="../media/image_2f5c738928a3ce19.jp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3.xml"/>
  <Relationship Id="rId2" Type="http://schemas.openxmlformats.org/officeDocument/2006/relationships/image" Target="../media/image_8d4e6f231002c0d8.jpg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4.xml"/>
  <Relationship Id="rId2" Type="http://schemas.openxmlformats.org/officeDocument/2006/relationships/image" Target="../media/image_d143b5b12f004d7b.jpg"/>
  <Relationship Id="rId3" Type="http://schemas.openxmlformats.org/officeDocument/2006/relationships/image" Target="../media/image_6c0f79ad85f036ad.jpg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5.xml"/>
  <Relationship Id="rId2" Type="http://schemas.openxmlformats.org/officeDocument/2006/relationships/image" Target="../media/image_73e42126b41b2627.jpg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6.xml"/>
  <Relationship Id="rId2" Type="http://schemas.openxmlformats.org/officeDocument/2006/relationships/image" Target="../media/image_8d4e6f231002c0d8.jpg"/>
  <Relationship Id="rId3" Type="http://schemas.openxmlformats.org/officeDocument/2006/relationships/image" Target="../media/image_90106ec732c0ba3d.jpg"/>
  <Relationship Id="rId4" Type="http://schemas.openxmlformats.org/officeDocument/2006/relationships/image" Target="../media/image_d143b5b12f004d7b.jpg"/>
  <Relationship Id="rId5" Type="http://schemas.openxmlformats.org/officeDocument/2006/relationships/image" Target="../media/image_823be4dbc79d6b88.jpg"/>
  <Relationship Id="rId6" Type="http://schemas.openxmlformats.org/officeDocument/2006/relationships/image" Target="../media/image_fc54fb89aae69519.jpg"/>
  <Relationship Id="rId7" Type="http://schemas.openxmlformats.org/officeDocument/2006/relationships/image" Target="../media/image_6c0f79ad85f036ad.jpg"/>
  <Relationship Id="rId8" Type="http://schemas.openxmlformats.org/officeDocument/2006/relationships/image" Target="../media/image_2f5c738928a3ce19.jpg"/>
  <Relationship Id="rId9" Type="http://schemas.openxmlformats.org/officeDocument/2006/relationships/image" Target="../media/image_8d4e6f231002c0d8.jpg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7.xml"/>
  <Relationship Id="rId2" Type="http://schemas.openxmlformats.org/officeDocument/2006/relationships/image" Target="../media/image_14775a31aa5e927a.jpg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8.xml"/>
  <Relationship Id="rId2" Type="http://schemas.openxmlformats.org/officeDocument/2006/relationships/image" Target="../media/image_d143b5b12f004d7b.jpg"/>
  <Relationship Id="rId3" Type="http://schemas.openxmlformats.org/officeDocument/2006/relationships/image" Target="../media/image_8d4e6f231002c0d8.jpg"/>
  <Relationship Id="rId4" Type="http://schemas.openxmlformats.org/officeDocument/2006/relationships/image" Target="../media/image_823be4dbc79d6b88.jpg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9.xml"/>
  <Relationship Id="rId2" Type="http://schemas.openxmlformats.org/officeDocument/2006/relationships/image" Target="../media/image_2f5c738928a3ce19.jpg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0.xml"/>
  <Relationship Id="rId2" Type="http://schemas.openxmlformats.org/officeDocument/2006/relationships/image" Target="../media/image_2f5c738928a3ce19.jpg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1.xml"/>
  <Relationship Id="rId2" Type="http://schemas.openxmlformats.org/officeDocument/2006/relationships/image" Target="../media/image_14775a31aa5e927a.jpg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2.xml"/>
  <Relationship Id="rId2" Type="http://schemas.openxmlformats.org/officeDocument/2006/relationships/image" Target="../media/image_14775a31aa5e927a.jpg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3.xml"/>
  <Relationship Id="rId2" Type="http://schemas.openxmlformats.org/officeDocument/2006/relationships/image" Target="../media/image_823be4dbc79d6b88.jpg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4.xml"/>
  <Relationship Id="rId2" Type="http://schemas.openxmlformats.org/officeDocument/2006/relationships/image" Target="../media/image_23711bf556739d4d.jpg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35.xml"/>
  <Relationship Id="rId2" Type="http://schemas.openxmlformats.org/officeDocument/2006/relationships/image" Target="../media/image_823be4dbc79d6b88.jp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2850" r="0" b="2849"/>
          <a:stretch>
            <a:fillRect/>
          </a:stretch>
        </p:blipFill>
        <p:spPr>
          <a:xfrm>
            <a:off x="0" y="0"/>
            <a:ext cx="11811000" cy="16706850"/>
          </a:xfrm>
          <a:prstGeom prst="rect">
            <a:avLst/>
          </a:prstGeom>
        </p:spPr>
      </p:pic>
      <p:sp>
        <p:nvSpPr>
          <p:cNvPr id="4" name="photo-shade"/>
          <p:cNvSpPr/>
          <p:nvPr/>
        </p:nvSpPr>
        <p:spPr>
          <a:xfrm>
            <a:off x="0" y="6667500"/>
            <a:ext cx="11811000" cy="1003935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78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masthead-bar"/>
          <p:cNvSpPr/>
          <p:nvPr/>
        </p:nvSpPr>
        <p:spPr>
          <a:xfrm>
            <a:off x="952500" y="914400"/>
            <a:ext cx="4095750" cy="49530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6" name="kicker Placeholder Carrier"/>
          <p:cNvSpPr txBox="1"/>
          <p:nvPr>
            <p:ph type="body" idx="2"/>
          </p:nvPr>
        </p:nvSpPr>
        <p:spPr>
          <a:xfrm>
            <a:off x="1117092" y="1082675"/>
            <a:ext cx="43310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spc="180" dirty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THE FIELD JOURNAL / LANDSCAPE STUDY</a:t>
            </a:r>
          </a:p>
        </p:txBody>
      </p:sp>
      <p:sp>
        <p:nvSpPr>
          <p:cNvPr id="7" name="title Placeholder Carrier"/>
          <p:cNvSpPr txBox="1"/>
          <p:nvPr>
            <p:ph type="title" idx="3"/>
          </p:nvPr>
        </p:nvSpPr>
        <p:spPr>
          <a:xfrm>
            <a:off x="933450" y="10763250"/>
            <a:ext cx="6519824" cy="3028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0200"/>
              </a:lnSpc>
            </a:pPr>
            <a:r>
              <a:rPr lang="en-US" sz="90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Beyond the</a:t>
            </a:r>
            <a:br>
              <a:rPr lang="en-US" sz="90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90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frame.</a:t>
            </a:r>
          </a:p>
        </p:txBody>
      </p:sp>
      <p:sp>
        <p:nvSpPr>
          <p:cNvPr id="8" name="subtitle Placeholder Carrier"/>
          <p:cNvSpPr txBox="1"/>
          <p:nvPr>
            <p:ph type="subTitle" idx="4"/>
          </p:nvPr>
        </p:nvSpPr>
        <p:spPr>
          <a:xfrm>
            <a:off x="941070" y="13766800"/>
            <a:ext cx="3136963" cy="868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3375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 field guide to light,</a:t>
            </a:r>
            <a:br>
              <a:rPr lang="en-US" sz="22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-US" sz="22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landscape and attention.</a:t>
            </a:r>
          </a:p>
        </p:txBody>
      </p:sp>
      <p:sp>
        <p:nvSpPr>
          <p:cNvPr id="9" name="edition Placeholder Carrier"/>
          <p:cNvSpPr txBox="1"/>
          <p:nvPr>
            <p:ph type="dt" idx="5"/>
          </p:nvPr>
        </p:nvSpPr>
        <p:spPr>
          <a:xfrm>
            <a:off x="945642" y="15598775"/>
            <a:ext cx="429231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FIELD NOTES / AN EDITORIAL LAYOUT STUDY</a:t>
            </a:r>
          </a:p>
        </p:txBody>
      </p:sp>
      <p:sp>
        <p:nvSpPr>
          <p:cNvPr id="10" name="cover-frame"/>
          <p:cNvSpPr/>
          <p:nvPr/>
        </p:nvSpPr>
        <p:spPr>
          <a:xfrm>
            <a:off x="85725" y="85725"/>
            <a:ext cx="11639550" cy="16535400"/>
          </a:xfrm>
          <a:prstGeom prst="rect">
            <a:avLst/>
          </a:prstGeom>
          <a:noFill/>
          <a:ln w="133350">
            <a:solidFill>
              <a:srgbClr val="FFE500"/>
            </a:solidFill>
          </a:ln>
        </p:spPr>
      </p:sp>
      <p:sp>
        <p:nvSpPr>
          <p:cNvPr id="11" name="cover-tab"/>
          <p:cNvSpPr/>
          <p:nvPr/>
        </p:nvSpPr>
        <p:spPr>
          <a:xfrm>
            <a:off x="952500" y="15411450"/>
            <a:ext cx="1428750" cy="7620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</p:spTree>
  </p:cSld>
  <p:clrMapOvr>
    <a:masterClrMapping/>
  </p:clrMapOvr>
  <p:transition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26430" t="0" r="26431" b="0"/>
          <a:stretch>
            <a:fillRect/>
          </a:stretch>
        </p:blipFill>
        <p:spPr>
          <a:xfrm>
            <a:off x="0" y="0"/>
            <a:ext cx="11811000" cy="16706850"/>
          </a:xfrm>
          <a:prstGeom prst="rect">
            <a:avLst/>
          </a:prstGeom>
        </p:spPr>
      </p:pic>
      <p:sp>
        <p:nvSpPr>
          <p:cNvPr id="4" name="photo-shade"/>
          <p:cNvSpPr/>
          <p:nvPr/>
        </p:nvSpPr>
        <p:spPr>
          <a:xfrm>
            <a:off x="0" y="6667500"/>
            <a:ext cx="11811000" cy="1003935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80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chapter-number Placeholder Carrier"/>
          <p:cNvSpPr txBox="1"/>
          <p:nvPr>
            <p:ph type="body" idx="2"/>
          </p:nvPr>
        </p:nvSpPr>
        <p:spPr>
          <a:xfrm>
            <a:off x="933450" y="622300"/>
            <a:ext cx="2059742" cy="259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0" dirty="0">
                <a:solidFill>
                  <a:srgbClr val="FFE500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6" name="title Placeholder Carrier"/>
          <p:cNvSpPr txBox="1"/>
          <p:nvPr>
            <p:ph type="title" idx="3"/>
          </p:nvPr>
        </p:nvSpPr>
        <p:spPr>
          <a:xfrm>
            <a:off x="933450" y="10490200"/>
            <a:ext cx="6348661" cy="3771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8700"/>
              </a:lnSpc>
            </a:pPr>
            <a:r>
              <a:rPr lang="en-US" sz="81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Look closer.</a:t>
            </a:r>
            <a:br>
              <a:rPr lang="en-US" sz="81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81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Ask better</a:t>
            </a:r>
            <a:br>
              <a:rPr lang="en-US" sz="81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81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questions.</a:t>
            </a:r>
          </a:p>
        </p:txBody>
      </p:sp>
      <p:sp>
        <p:nvSpPr>
          <p:cNvPr id="7" name="description Placeholder Carrier"/>
          <p:cNvSpPr txBox="1"/>
          <p:nvPr>
            <p:ph type="body" idx="4"/>
          </p:nvPr>
        </p:nvSpPr>
        <p:spPr>
          <a:xfrm>
            <a:off x="941832" y="14478000"/>
            <a:ext cx="3608984" cy="810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31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Every place has a story.</a:t>
            </a:r>
            <a:br>
              <a:rPr lang="en-US" sz="21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-US" sz="21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Start by learning how to see it.</a:t>
            </a:r>
          </a:p>
        </p:txBody>
      </p: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9462" r="0" b="9463"/>
          <a:stretch>
            <a:fillRect/>
          </a:stretch>
        </p:blipFill>
        <p:spPr>
          <a:xfrm>
            <a:off x="0" y="9525000"/>
            <a:ext cx="11811000" cy="7181850"/>
          </a:xfrm>
          <a:prstGeom prst="rect">
            <a:avLst/>
          </a:prstGeom>
        </p:spPr>
      </p:pic>
      <p:sp>
        <p:nvSpPr>
          <p:cNvPr id="4" name="photo-shade"/>
          <p:cNvSpPr/>
          <p:nvPr/>
        </p:nvSpPr>
        <p:spPr>
          <a:xfrm>
            <a:off x="0" y="14192250"/>
            <a:ext cx="11811000" cy="25146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65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identity-bar"/>
          <p:cNvSpPr/>
          <p:nvPr/>
        </p:nvSpPr>
        <p:spPr>
          <a:xfrm>
            <a:off x="952500" y="819150"/>
            <a:ext cx="4191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6" name="kicker Placeholder Carrier"/>
          <p:cNvSpPr txBox="1"/>
          <p:nvPr>
            <p:ph type="body" idx="2"/>
          </p:nvPr>
        </p:nvSpPr>
        <p:spPr>
          <a:xfrm>
            <a:off x="945642" y="1016000"/>
            <a:ext cx="18624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  <a:t>03 / IN THE FIELD</a:t>
            </a:r>
          </a:p>
        </p:txBody>
      </p:sp>
      <p:sp>
        <p:nvSpPr>
          <p:cNvPr id="7" name="title Placeholder Carrier"/>
          <p:cNvSpPr txBox="1"/>
          <p:nvPr>
            <p:ph type="title" idx="3"/>
          </p:nvPr>
        </p:nvSpPr>
        <p:spPr>
          <a:xfrm>
            <a:off x="933450" y="2002155"/>
            <a:ext cx="7258729" cy="24006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8178"/>
              </a:lnSpc>
            </a:pPr>
            <a:r>
              <a:rPr lang="en-US" sz="705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Learning begins</a:t>
            </a:r>
            <a:br>
              <a:rPr lang="en-US" sz="705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</a:br>
            <a:r>
              <a:rPr lang="en-US" sz="705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with attention.</a:t>
            </a:r>
          </a:p>
        </p:txBody>
      </p:sp>
      <p:sp>
        <p:nvSpPr>
          <p:cNvPr id="8" name="lead Placeholder Carrier"/>
          <p:cNvSpPr txBox="1"/>
          <p:nvPr>
            <p:ph type="subTitle" idx="4"/>
          </p:nvPr>
        </p:nvSpPr>
        <p:spPr>
          <a:xfrm>
            <a:off x="941070" y="4149725"/>
            <a:ext cx="551494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22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A shared scene. Several ways of seeing.</a:t>
            </a:r>
          </a:p>
        </p:txBody>
      </p:sp>
      <p:sp>
        <p:nvSpPr>
          <p:cNvPr id="9" name="body-left Placeholder Carrier"/>
          <p:cNvSpPr txBox="1"/>
          <p:nvPr>
            <p:ph type="body" idx="5"/>
          </p:nvPr>
        </p:nvSpPr>
        <p:spPr>
          <a:xfrm>
            <a:off x="943356" y="5918200"/>
            <a:ext cx="4072280" cy="2409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A photograph establishes a setting.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A field note records a detail. Together,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they can turn a passing impression into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a question worth taking back to a group.</a:t>
            </a:r>
          </a:p>
          <a:p>
            <a:pPr algn="l" marL="0" indent="0">
              <a:lnSpc>
                <a:spcPts val="2700"/>
              </a:lnSpc>
              <a:spcBef>
                <a:spcPts val="2700"/>
              </a:spcBef>
              <a:buNone/>
            </a:pP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Look for relationships within the scene,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not just a subject at its centre.</a:t>
            </a:r>
          </a:p>
        </p:txBody>
      </p:sp>
      <p:sp>
        <p:nvSpPr>
          <p:cNvPr id="10" name="body-right Placeholder Carrier"/>
          <p:cNvSpPr txBox="1"/>
          <p:nvPr>
            <p:ph type="body" idx="6"/>
          </p:nvPr>
        </p:nvSpPr>
        <p:spPr>
          <a:xfrm>
            <a:off x="6086856" y="5918200"/>
            <a:ext cx="3792200" cy="2409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What belongs in the frame?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What would a closer view reveal?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What might someone else notice?</a:t>
            </a:r>
          </a:p>
          <a:p>
            <a:pPr algn="l" marL="0" indent="0">
              <a:lnSpc>
                <a:spcPts val="2700"/>
              </a:lnSpc>
              <a:spcBef>
                <a:spcPts val="2700"/>
              </a:spcBef>
              <a:buNone/>
            </a:pP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The purpose is not to collect answers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as quickly as possible. It is to make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better observations along the way.</a:t>
            </a:r>
          </a:p>
        </p:txBody>
      </p:sp>
      <p:sp>
        <p:nvSpPr>
          <p:cNvPr id="11" name="caption Placeholder Carrier"/>
          <p:cNvSpPr txBox="1"/>
          <p:nvPr>
            <p:ph type="body" idx="7"/>
          </p:nvPr>
        </p:nvSpPr>
        <p:spPr>
          <a:xfrm>
            <a:off x="945642" y="15674975"/>
            <a:ext cx="635131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PHOTO: ARCHBOB / CC0 1.0 / CROP FOR LAYOUT DEMONSTRATION</a:t>
            </a:r>
          </a:p>
        </p:txBody>
      </p:sp>
      <p:sp>
        <p:nvSpPr>
          <p:cNvPr id="12" name="folio Placeholder Carrier"/>
          <p:cNvSpPr txBox="1"/>
          <p:nvPr>
            <p:ph type="sldNum" idx="8"/>
          </p:nvPr>
        </p:nvSpPr>
        <p:spPr>
          <a:xfrm>
            <a:off x="9899142" y="15674975"/>
            <a:ext cx="11479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5</a:t>
            </a:r>
          </a:p>
        </p:txBody>
      </p:sp>
    </p:spTree>
  </p:cSld>
  <p:clrMapOvr>
    <a:masterClrMapping/>
  </p:clrMapOvr>
  <p:transition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38956" t="0" r="38956" b="0"/>
          <a:stretch>
            <a:fillRect/>
          </a:stretch>
        </p:blipFill>
        <p:spPr>
          <a:xfrm>
            <a:off x="6096000" y="0"/>
            <a:ext cx="5715000" cy="16706850"/>
          </a:xfrm>
          <a:prstGeom prst="rect">
            <a:avLst/>
          </a:prstGeom>
        </p:spPr>
      </p:pic>
      <p:sp>
        <p:nvSpPr>
          <p:cNvPr id="4" name="identity-bar"/>
          <p:cNvSpPr/>
          <p:nvPr/>
        </p:nvSpPr>
        <p:spPr>
          <a:xfrm>
            <a:off x="952500" y="819150"/>
            <a:ext cx="4191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5" name="kicker Placeholder Carrier"/>
          <p:cNvSpPr txBox="1"/>
          <p:nvPr>
            <p:ph type="body" idx="2"/>
          </p:nvPr>
        </p:nvSpPr>
        <p:spPr>
          <a:xfrm>
            <a:off x="945642" y="1016000"/>
            <a:ext cx="250469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  <a:t>04 / NATURE, UP CLOSE</a:t>
            </a:r>
          </a:p>
        </p:txBody>
      </p:sp>
      <p:sp>
        <p:nvSpPr>
          <p:cNvPr id="6" name="title Placeholder Carrier"/>
          <p:cNvSpPr txBox="1"/>
          <p:nvPr>
            <p:ph type="title" idx="3"/>
          </p:nvPr>
        </p:nvSpPr>
        <p:spPr>
          <a:xfrm>
            <a:off x="933450" y="2497772"/>
            <a:ext cx="2629941" cy="29298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6960"/>
              </a:lnSpc>
            </a:pPr>
            <a:r>
              <a:rPr lang="en-US" sz="60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Follow</a:t>
            </a:r>
            <a:br>
              <a:rPr lang="en-US" sz="60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</a:br>
            <a:r>
              <a:rPr lang="en-US" sz="60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the</a:t>
            </a:r>
            <a:br>
              <a:rPr lang="en-US" sz="60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</a:br>
            <a:r>
              <a:rPr lang="en-US" sz="60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water.</a:t>
            </a:r>
          </a:p>
        </p:txBody>
      </p:sp>
      <p:sp>
        <p:nvSpPr>
          <p:cNvPr id="7" name="lead Placeholder Carrier"/>
          <p:cNvSpPr txBox="1"/>
          <p:nvPr>
            <p:ph type="subTitle" idx="4"/>
          </p:nvPr>
        </p:nvSpPr>
        <p:spPr>
          <a:xfrm>
            <a:off x="941070" y="6108700"/>
            <a:ext cx="2437162" cy="868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3375"/>
              </a:lnSpc>
              <a:buNone/>
            </a:pPr>
            <a:r>
              <a:rPr lang="en-US" sz="22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A quiet detail can</a:t>
            </a:r>
            <a:br>
              <a:rPr lang="en-US" sz="22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</a:br>
            <a:r>
              <a:rPr lang="en-US" sz="22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open a wider story.</a:t>
            </a:r>
          </a:p>
        </p:txBody>
      </p:sp>
      <p:sp>
        <p:nvSpPr>
          <p:cNvPr id="8" name="main-copy Placeholder Carrier"/>
          <p:cNvSpPr txBox="1"/>
          <p:nvPr>
            <p:ph type="body" idx="5"/>
          </p:nvPr>
        </p:nvSpPr>
        <p:spPr>
          <a:xfrm>
            <a:off x="943356" y="8585200"/>
            <a:ext cx="3296321" cy="34381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Water moves through the frame.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A rock, a branch and a current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create different points of entry.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Look before naming the scene.</a:t>
            </a:r>
          </a:p>
          <a:p>
            <a:pPr algn="l" marL="0" indent="0">
              <a:lnSpc>
                <a:spcPts val="2700"/>
              </a:lnSpc>
              <a:spcBef>
                <a:spcPts val="2700"/>
              </a:spcBef>
              <a:buNone/>
            </a:pP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Notice light and arrangement.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Follow an edge or a reflection.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Leave room for a closer view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to change what first seemed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important in the landscape.</a:t>
            </a:r>
          </a:p>
        </p:txBody>
      </p:sp>
      <p:sp>
        <p:nvSpPr>
          <p:cNvPr id="9" name="caption Placeholder Carrier"/>
          <p:cNvSpPr txBox="1"/>
          <p:nvPr>
            <p:ph type="body" idx="6"/>
          </p:nvPr>
        </p:nvSpPr>
        <p:spPr>
          <a:xfrm>
            <a:off x="945642" y="14230350"/>
            <a:ext cx="3119156" cy="521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PHOTO: MARTIN EKLUND / CC0</a:t>
            </a:r>
            <a:b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</a:br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FULL-HEIGHT PHOTOGRAPHIC CROP</a:t>
            </a:r>
          </a:p>
        </p:txBody>
      </p:sp>
      <p:sp>
        <p:nvSpPr>
          <p:cNvPr id="10" name="folio Placeholder Carrier"/>
          <p:cNvSpPr txBox="1"/>
          <p:nvPr>
            <p:ph type="sldNum" idx="7"/>
          </p:nvPr>
        </p:nvSpPr>
        <p:spPr>
          <a:xfrm>
            <a:off x="945642" y="15694025"/>
            <a:ext cx="11479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6</a:t>
            </a:r>
          </a:p>
        </p:txBody>
      </p: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norama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12507" r="50000" b="12507"/>
          <a:stretch>
            <a:fillRect/>
          </a:stretch>
        </p:blipFill>
        <p:spPr>
          <a:xfrm>
            <a:off x="0" y="0"/>
            <a:ext cx="11811000" cy="11811000"/>
          </a:xfrm>
          <a:prstGeom prst="rect">
            <a:avLst/>
          </a:prstGeom>
        </p:spPr>
      </p:pic>
      <p:sp>
        <p:nvSpPr>
          <p:cNvPr id="4" name="identity-bar"/>
          <p:cNvSpPr/>
          <p:nvPr/>
        </p:nvSpPr>
        <p:spPr>
          <a:xfrm>
            <a:off x="952500" y="819150"/>
            <a:ext cx="4191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5" name="kicker Placeholder Carrier"/>
          <p:cNvSpPr txBox="1"/>
          <p:nvPr>
            <p:ph type="body" idx="2"/>
          </p:nvPr>
        </p:nvSpPr>
        <p:spPr>
          <a:xfrm>
            <a:off x="945642" y="12446000"/>
            <a:ext cx="27895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  <a:t>05 / A WIDER PERSPECTIVE</a:t>
            </a:r>
          </a:p>
        </p:txBody>
      </p:sp>
      <p:sp>
        <p:nvSpPr>
          <p:cNvPr id="6" name="title Placeholder Carrier"/>
          <p:cNvSpPr txBox="1"/>
          <p:nvPr>
            <p:ph type="title" idx="3"/>
          </p:nvPr>
        </p:nvSpPr>
        <p:spPr>
          <a:xfrm>
            <a:off x="933450" y="13051790"/>
            <a:ext cx="8357870" cy="2552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8700"/>
              </a:lnSpc>
            </a:pPr>
            <a:r>
              <a:rPr lang="en-US" sz="75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Let the landscape</a:t>
            </a:r>
            <a:br>
              <a:rPr lang="en-US" sz="75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</a:br>
            <a:r>
              <a:rPr lang="en-US" sz="75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open the story.</a:t>
            </a:r>
          </a:p>
        </p:txBody>
      </p:sp>
      <p:sp>
        <p:nvSpPr>
          <p:cNvPr id="7" name="folio Placeholder Carrier"/>
          <p:cNvSpPr txBox="1"/>
          <p:nvPr>
            <p:ph type="sldNum" idx="4"/>
          </p:nvPr>
        </p:nvSpPr>
        <p:spPr>
          <a:xfrm>
            <a:off x="945642" y="15694025"/>
            <a:ext cx="11479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7</a:t>
            </a:r>
          </a:p>
        </p:txBody>
      </p:sp>
    </p:spTree>
  </p:cSld>
  <p:clrMapOvr>
    <a:masterClrMapping/>
  </p:clrMapOvr>
  <p:transition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norama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50000" t="12507" r="0" b="12507"/>
          <a:stretch>
            <a:fillRect/>
          </a:stretch>
        </p:blipFill>
        <p:spPr>
          <a:xfrm>
            <a:off x="0" y="0"/>
            <a:ext cx="11811000" cy="11811000"/>
          </a:xfrm>
          <a:prstGeom prst="rect">
            <a:avLst/>
          </a:prstGeom>
        </p:spPr>
      </p:pic>
      <p:sp>
        <p:nvSpPr>
          <p:cNvPr id="4" name="identity-bar"/>
          <p:cNvSpPr/>
          <p:nvPr/>
        </p:nvSpPr>
        <p:spPr>
          <a:xfrm>
            <a:off x="952500" y="819150"/>
            <a:ext cx="4191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5" name="main-copy Placeholder Carrier"/>
          <p:cNvSpPr txBox="1"/>
          <p:nvPr>
            <p:ph type="body" idx="2"/>
          </p:nvPr>
        </p:nvSpPr>
        <p:spPr>
          <a:xfrm>
            <a:off x="1322070" y="12496800"/>
            <a:ext cx="7504938" cy="20402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3150"/>
              </a:lnSpc>
              <a:buNone/>
            </a:pPr>
            <a:r>
              <a:rPr lang="en-US" sz="225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A single photograph can hold a whole opening.</a:t>
            </a:r>
            <a:br>
              <a:rPr lang="en-US" sz="225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225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The eye crosses the fold before the next paragraph begins.</a:t>
            </a:r>
          </a:p>
          <a:p>
            <a:pPr algn="l" marL="0" indent="0">
              <a:lnSpc>
                <a:spcPts val="3150"/>
              </a:lnSpc>
              <a:spcBef>
                <a:spcPts val="3150"/>
              </a:spcBef>
              <a:buNone/>
            </a:pPr>
            <a:r>
              <a:rPr lang="en-US" sz="225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Pause with the setting. Then move from the wider view</a:t>
            </a:r>
            <a:br>
              <a:rPr lang="en-US" sz="225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225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to the details that make a place worth understanding.</a:t>
            </a:r>
          </a:p>
        </p:txBody>
      </p:sp>
      <p:sp>
        <p:nvSpPr>
          <p:cNvPr id="6" name="caption Placeholder Carrier"/>
          <p:cNvSpPr txBox="1"/>
          <p:nvPr>
            <p:ph type="body" idx="3"/>
          </p:nvPr>
        </p:nvSpPr>
        <p:spPr>
          <a:xfrm>
            <a:off x="1326642" y="14827250"/>
            <a:ext cx="69600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BONNIE MORELAND / CC0 1.0 / ONE SHARED CROP ACROSS BOTH PAGES</a:t>
            </a:r>
          </a:p>
        </p:txBody>
      </p:sp>
      <p:sp>
        <p:nvSpPr>
          <p:cNvPr id="7" name="folio Placeholder Carrier"/>
          <p:cNvSpPr txBox="1"/>
          <p:nvPr>
            <p:ph type="sldNum" idx="4"/>
          </p:nvPr>
        </p:nvSpPr>
        <p:spPr>
          <a:xfrm>
            <a:off x="9899142" y="15694025"/>
            <a:ext cx="11479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8</a:t>
            </a:r>
          </a:p>
        </p:txBody>
      </p: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hoto-wide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5250" r="0" b="5250"/>
          <a:stretch>
            <a:fillRect/>
          </a:stretch>
        </p:blipFill>
        <p:spPr>
          <a:xfrm>
            <a:off x="0" y="0"/>
            <a:ext cx="11811000" cy="7048500"/>
          </a:xfrm>
          <a:prstGeom prst="rect">
            <a:avLst/>
          </a:prstGeom>
        </p:spPr>
      </p:pic>
      <p:pic>
        <p:nvPicPr>
          <p:cNvPr id="4" name="photo-left Placeholder Carrier"/>
          <p:cNvPicPr>
            <a:picLocks noChangeAspect="1"/>
          </p:cNvPicPr>
          <p:nvPr>
            <p:ph type="pic" idx="2"/>
          </p:nvPr>
        </p:nvPicPr>
        <p:blipFill>
          <a:blip r:embed="rId3"/>
          <a:srcRect l="5000" t="0" r="5000" b="0"/>
          <a:stretch>
            <a:fillRect/>
          </a:stretch>
        </p:blipFill>
        <p:spPr>
          <a:xfrm>
            <a:off x="0" y="7429500"/>
            <a:ext cx="5715000" cy="4762500"/>
          </a:xfrm>
          <a:prstGeom prst="rect">
            <a:avLst/>
          </a:prstGeom>
        </p:spPr>
      </p:pic>
      <p:pic>
        <p:nvPicPr>
          <p:cNvPr id="5" name="photo-right Placeholder Carrier"/>
          <p:cNvPicPr>
            <a:picLocks noChangeAspect="1"/>
          </p:cNvPicPr>
          <p:nvPr>
            <p:ph type="pic" idx="3"/>
          </p:nvPr>
        </p:nvPicPr>
        <p:blipFill>
          <a:blip r:embed="rId4"/>
          <a:srcRect l="11257" t="0" r="11257" b="0"/>
          <a:stretch>
            <a:fillRect/>
          </a:stretch>
        </p:blipFill>
        <p:spPr>
          <a:xfrm>
            <a:off x="6096000" y="7429500"/>
            <a:ext cx="5715000" cy="4762500"/>
          </a:xfrm>
          <a:prstGeom prst="rect">
            <a:avLst/>
          </a:prstGeom>
        </p:spPr>
      </p:pic>
      <p:sp>
        <p:nvSpPr>
          <p:cNvPr id="6" name="identity-bar"/>
          <p:cNvSpPr/>
          <p:nvPr/>
        </p:nvSpPr>
        <p:spPr>
          <a:xfrm>
            <a:off x="952500" y="819150"/>
            <a:ext cx="4191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7" name="title Placeholder Carrier"/>
          <p:cNvSpPr txBox="1"/>
          <p:nvPr>
            <p:ph type="title" idx="4"/>
          </p:nvPr>
        </p:nvSpPr>
        <p:spPr>
          <a:xfrm>
            <a:off x="933450" y="12775565"/>
            <a:ext cx="9071782" cy="1162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Many ways of seeing.</a:t>
            </a:r>
          </a:p>
        </p:txBody>
      </p:sp>
      <p:sp>
        <p:nvSpPr>
          <p:cNvPr id="8" name="lead Placeholder Carrier"/>
          <p:cNvSpPr txBox="1"/>
          <p:nvPr>
            <p:ph type="subTitle" idx="5"/>
          </p:nvPr>
        </p:nvSpPr>
        <p:spPr>
          <a:xfrm>
            <a:off x="942594" y="14008100"/>
            <a:ext cx="5650382" cy="7528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925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Water, shorelines and horizons.</a:t>
            </a:r>
            <a:br>
              <a:rPr lang="en-US" sz="195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95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Three landscapes offer different scales of attention.</a:t>
            </a:r>
          </a:p>
        </p:txBody>
      </p:sp>
      <p:sp>
        <p:nvSpPr>
          <p:cNvPr id="9" name="source Placeholder Carrier"/>
          <p:cNvSpPr txBox="1"/>
          <p:nvPr>
            <p:ph type="body" idx="6"/>
          </p:nvPr>
        </p:nvSpPr>
        <p:spPr>
          <a:xfrm>
            <a:off x="945642" y="15398750"/>
            <a:ext cx="65650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PHOTOS: BONNIE MORELAND / HOMMIE09 / MARTIN EKLUND. CC0 1.0.</a:t>
            </a:r>
          </a:p>
        </p:txBody>
      </p:sp>
      <p:sp>
        <p:nvSpPr>
          <p:cNvPr id="10" name="folio Placeholder Carrier"/>
          <p:cNvSpPr txBox="1"/>
          <p:nvPr>
            <p:ph type="sldNum" idx="7"/>
          </p:nvPr>
        </p:nvSpPr>
        <p:spPr>
          <a:xfrm>
            <a:off x="9899142" y="15694025"/>
            <a:ext cx="2158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  <p:transition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dentity-bar"/>
          <p:cNvSpPr/>
          <p:nvPr/>
        </p:nvSpPr>
        <p:spPr>
          <a:xfrm>
            <a:off x="952500" y="819150"/>
            <a:ext cx="4191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8" name="kicker Placeholder Carrier"/>
          <p:cNvSpPr txBox="1"/>
          <p:nvPr>
            <p:ph type="body" idx="1"/>
          </p:nvPr>
        </p:nvSpPr>
        <p:spPr>
          <a:xfrm>
            <a:off x="945642" y="1016000"/>
            <a:ext cx="235854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  <a:t>10 / CHOOSE A WAY IN</a:t>
            </a:r>
          </a:p>
        </p:txBody>
      </p:sp>
      <p:sp>
        <p:nvSpPr>
          <p:cNvPr id="9" name="title Placeholder Carrier"/>
          <p:cNvSpPr txBox="1"/>
          <p:nvPr>
            <p:ph type="title" idx="2"/>
          </p:nvPr>
        </p:nvSpPr>
        <p:spPr>
          <a:xfrm>
            <a:off x="933450" y="2098040"/>
            <a:ext cx="5259280" cy="1504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8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A way in.</a:t>
            </a:r>
          </a:p>
        </p:txBody>
      </p:sp>
      <p:pic>
        <p:nvPicPr>
          <p:cNvPr id="10" name="photo Placeholder Carrier"/>
          <p:cNvPicPr>
            <a:picLocks noChangeAspect="1"/>
          </p:cNvPicPr>
          <p:nvPr>
            <p:ph type="pic" idx="3"/>
          </p:nvPr>
        </p:nvPicPr>
        <p:blipFill>
          <a:blip r:embed="rId2"/>
          <a:srcRect l="31920" t="0" r="31920" b="0"/>
          <a:stretch>
            <a:fillRect/>
          </a:stretch>
        </p:blipFill>
        <p:spPr>
          <a:xfrm>
            <a:off x="0" y="4857750"/>
            <a:ext cx="4000500" cy="7143750"/>
          </a:xfrm>
          <a:prstGeom prst="rect">
            <a:avLst/>
          </a:prstGeom>
        </p:spPr>
      </p:pic>
      <p:sp>
        <p:nvSpPr>
          <p:cNvPr id="11" name="entry-1 Placeholder Carrier"/>
          <p:cNvSpPr txBox="1"/>
          <p:nvPr>
            <p:ph type="body" idx="4"/>
          </p:nvPr>
        </p:nvSpPr>
        <p:spPr>
          <a:xfrm>
            <a:off x="4367784" y="5226050"/>
            <a:ext cx="5059352" cy="1042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4050"/>
              </a:lnSpc>
              <a:buNone/>
            </a:pPr>
            <a:r>
              <a:rPr lang="en-US" sz="27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01 / The wider view</a:t>
            </a:r>
            <a:br>
              <a:rPr lang="en-US" sz="27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27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Start with a place and its context.</a:t>
            </a:r>
          </a:p>
        </p:txBody>
      </p:sp>
      <p:sp>
        <p:nvSpPr>
          <p:cNvPr id="12" name="entry-2 Placeholder Carrier"/>
          <p:cNvSpPr txBox="1"/>
          <p:nvPr>
            <p:ph type="body" idx="5"/>
          </p:nvPr>
        </p:nvSpPr>
        <p:spPr>
          <a:xfrm>
            <a:off x="4367784" y="7607300"/>
            <a:ext cx="5631035" cy="1042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4050"/>
              </a:lnSpc>
              <a:buNone/>
            </a:pPr>
            <a:r>
              <a:rPr lang="en-US" sz="27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02 / The small detail</a:t>
            </a:r>
            <a:br>
              <a:rPr lang="en-US" sz="27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27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Look for what a quick glance misses.</a:t>
            </a:r>
          </a:p>
        </p:txBody>
      </p:sp>
      <p:sp>
        <p:nvSpPr>
          <p:cNvPr id="13" name="entry-3 Placeholder Carrier"/>
          <p:cNvSpPr txBox="1"/>
          <p:nvPr>
            <p:ph type="body" idx="6"/>
          </p:nvPr>
        </p:nvSpPr>
        <p:spPr>
          <a:xfrm>
            <a:off x="4367784" y="9988550"/>
            <a:ext cx="5459791" cy="1042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4050"/>
              </a:lnSpc>
              <a:buNone/>
            </a:pPr>
            <a:r>
              <a:rPr lang="en-US" sz="27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03 / The shared question</a:t>
            </a:r>
            <a:br>
              <a:rPr lang="en-US" sz="27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27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Bring another perspective into view.</a:t>
            </a:r>
          </a:p>
        </p:txBody>
      </p:sp>
      <p:sp>
        <p:nvSpPr>
          <p:cNvPr id="14" name="lead Placeholder Carrier"/>
          <p:cNvSpPr txBox="1"/>
          <p:nvPr>
            <p:ph type="subTitle" idx="7"/>
          </p:nvPr>
        </p:nvSpPr>
        <p:spPr>
          <a:xfrm>
            <a:off x="941832" y="12954000"/>
            <a:ext cx="2556480" cy="810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3150"/>
              </a:lnSpc>
              <a:buNone/>
            </a:pPr>
            <a:r>
              <a:rPr lang="en-US" sz="21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Three entry points.</a:t>
            </a:r>
            <a:br>
              <a:rPr lang="en-US" sz="21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21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One connected story.</a:t>
            </a:r>
          </a:p>
        </p:txBody>
      </p:sp>
      <p:sp>
        <p:nvSpPr>
          <p:cNvPr id="15" name="main-copy Placeholder Carrier"/>
          <p:cNvSpPr txBox="1"/>
          <p:nvPr>
            <p:ph type="body" idx="8"/>
          </p:nvPr>
        </p:nvSpPr>
        <p:spPr>
          <a:xfrm>
            <a:off x="4372356" y="12966700"/>
            <a:ext cx="5940217" cy="10378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A visual index offers different ways into the same subject.</a:t>
            </a:r>
            <a:br>
              <a:rPr lang="en-US" sz="180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Keep labels brief, repeat their rhythm, and make the next</a:t>
            </a:r>
            <a:br>
              <a:rPr lang="en-US" sz="180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step clear. Add real page references in the final document.</a:t>
            </a:r>
          </a:p>
        </p:txBody>
      </p:sp>
      <p:sp>
        <p:nvSpPr>
          <p:cNvPr id="16" name="folio Placeholder Carrier"/>
          <p:cNvSpPr txBox="1"/>
          <p:nvPr>
            <p:ph type="sldNum" idx="9"/>
          </p:nvPr>
        </p:nvSpPr>
        <p:spPr>
          <a:xfrm>
            <a:off x="9899142" y="15694025"/>
            <a:ext cx="2158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  <p:transition p14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hoto-1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20828" t="0" r="20828" b="0"/>
          <a:stretch>
            <a:fillRect/>
          </a:stretch>
        </p:blipFill>
        <p:spPr>
          <a:xfrm>
            <a:off x="0" y="0"/>
            <a:ext cx="4000500" cy="4572000"/>
          </a:xfrm>
          <a:prstGeom prst="rect">
            <a:avLst/>
          </a:prstGeom>
        </p:spPr>
      </p:pic>
      <p:pic>
        <p:nvPicPr>
          <p:cNvPr id="4" name="photo-2 Placeholder Carrier"/>
          <p:cNvPicPr>
            <a:picLocks noChangeAspect="1"/>
          </p:cNvPicPr>
          <p:nvPr>
            <p:ph type="pic" idx="2"/>
          </p:nvPr>
        </p:nvPicPr>
        <p:blipFill>
          <a:blip r:embed="rId3"/>
          <a:srcRect l="28125" t="0" r="28125" b="0"/>
          <a:stretch>
            <a:fillRect/>
          </a:stretch>
        </p:blipFill>
        <p:spPr>
          <a:xfrm>
            <a:off x="0" y="4953000"/>
            <a:ext cx="4000500" cy="6858000"/>
          </a:xfrm>
          <a:prstGeom prst="rect">
            <a:avLst/>
          </a:prstGeom>
        </p:spPr>
      </p:pic>
      <p:pic>
        <p:nvPicPr>
          <p:cNvPr id="5" name="photo-3 Placeholder Carrier"/>
          <p:cNvPicPr>
            <a:picLocks noChangeAspect="1"/>
          </p:cNvPicPr>
          <p:nvPr>
            <p:ph type="pic" idx="3"/>
          </p:nvPr>
        </p:nvPicPr>
        <p:blipFill>
          <a:blip r:embed="rId4"/>
          <a:srcRect l="36038" t="0" r="36039" b="0"/>
          <a:stretch>
            <a:fillRect/>
          </a:stretch>
        </p:blipFill>
        <p:spPr>
          <a:xfrm>
            <a:off x="4381500" y="0"/>
            <a:ext cx="3048000" cy="7048500"/>
          </a:xfrm>
          <a:prstGeom prst="rect">
            <a:avLst/>
          </a:prstGeom>
        </p:spPr>
      </p:pic>
      <p:pic>
        <p:nvPicPr>
          <p:cNvPr id="6" name="photo-4 Placeholder Carrier"/>
          <p:cNvPicPr>
            <a:picLocks noChangeAspect="1"/>
          </p:cNvPicPr>
          <p:nvPr>
            <p:ph type="pic" idx="4"/>
          </p:nvPr>
        </p:nvPicPr>
        <p:blipFill>
          <a:blip r:embed="rId5"/>
          <a:srcRect l="23913" t="0" r="23913" b="0"/>
          <a:stretch>
            <a:fillRect/>
          </a:stretch>
        </p:blipFill>
        <p:spPr>
          <a:xfrm>
            <a:off x="4381500" y="7429500"/>
            <a:ext cx="3048000" cy="4381500"/>
          </a:xfrm>
          <a:prstGeom prst="rect">
            <a:avLst/>
          </a:prstGeom>
        </p:spPr>
      </p:pic>
      <p:pic>
        <p:nvPicPr>
          <p:cNvPr id="7" name="photo-5 Placeholder Carrier"/>
          <p:cNvPicPr>
            <a:picLocks noChangeAspect="1"/>
          </p:cNvPicPr>
          <p:nvPr>
            <p:ph type="pic" idx="5"/>
          </p:nvPr>
        </p:nvPicPr>
        <p:blipFill>
          <a:blip r:embed="rId6"/>
          <a:srcRect l="30562" t="0" r="30563" b="0"/>
          <a:stretch>
            <a:fillRect/>
          </a:stretch>
        </p:blipFill>
        <p:spPr>
          <a:xfrm>
            <a:off x="7810500" y="0"/>
            <a:ext cx="4000500" cy="3429000"/>
          </a:xfrm>
          <a:prstGeom prst="rect">
            <a:avLst/>
          </a:prstGeom>
        </p:spPr>
      </p:pic>
      <p:pic>
        <p:nvPicPr>
          <p:cNvPr id="8" name="photo-6 Placeholder Carrier"/>
          <p:cNvPicPr>
            <a:picLocks noChangeAspect="1"/>
          </p:cNvPicPr>
          <p:nvPr>
            <p:ph type="pic" idx="6"/>
          </p:nvPr>
        </p:nvPicPr>
        <p:blipFill>
          <a:blip r:embed="rId7"/>
          <a:srcRect l="12500" t="0" r="12500" b="0"/>
          <a:stretch>
            <a:fillRect/>
          </a:stretch>
        </p:blipFill>
        <p:spPr>
          <a:xfrm>
            <a:off x="7810500" y="3810000"/>
            <a:ext cx="4000500" cy="8001000"/>
          </a:xfrm>
          <a:prstGeom prst="rect">
            <a:avLst/>
          </a:prstGeom>
        </p:spPr>
      </p:pic>
      <p:sp>
        <p:nvSpPr>
          <p:cNvPr id="9" name="identity-bar"/>
          <p:cNvSpPr/>
          <p:nvPr/>
        </p:nvSpPr>
        <p:spPr>
          <a:xfrm>
            <a:off x="952500" y="819150"/>
            <a:ext cx="4191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10" name="title Placeholder Carrier"/>
          <p:cNvSpPr txBox="1"/>
          <p:nvPr>
            <p:ph type="title" idx="7"/>
          </p:nvPr>
        </p:nvSpPr>
        <p:spPr>
          <a:xfrm>
            <a:off x="933450" y="12594590"/>
            <a:ext cx="10151762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3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A world, in fragments.</a:t>
            </a:r>
          </a:p>
        </p:txBody>
      </p:sp>
      <p:sp>
        <p:nvSpPr>
          <p:cNvPr id="11" name="source Placeholder Carrier"/>
          <p:cNvSpPr txBox="1"/>
          <p:nvPr>
            <p:ph type="body" idx="8"/>
          </p:nvPr>
        </p:nvSpPr>
        <p:spPr>
          <a:xfrm>
            <a:off x="944118" y="14579600"/>
            <a:ext cx="6924035" cy="9513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BY COLUMN, TOP TO BOTTOM: lake / autumn; waterfall / sunrise;</a:t>
            </a:r>
            <a:b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</a:br>
            <a: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waves / dunes. CC0 1.0 photographs; full credits in the website source list.</a:t>
            </a:r>
            <a:b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</a:br>
            <a: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Independent landscapes, not one location or event sequence.</a:t>
            </a:r>
          </a:p>
        </p:txBody>
      </p:sp>
      <p:sp>
        <p:nvSpPr>
          <p:cNvPr id="12" name="folio Placeholder Carrier"/>
          <p:cNvSpPr txBox="1"/>
          <p:nvPr>
            <p:ph type="sldNum" idx="9"/>
          </p:nvPr>
        </p:nvSpPr>
        <p:spPr>
          <a:xfrm>
            <a:off x="9899142" y="15694025"/>
            <a:ext cx="2158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  <p:transition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dentity-bar"/>
          <p:cNvSpPr/>
          <p:nvPr/>
        </p:nvSpPr>
        <p:spPr>
          <a:xfrm>
            <a:off x="952500" y="819150"/>
            <a:ext cx="4191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4" name="kicker Placeholder Carrier"/>
          <p:cNvSpPr txBox="1"/>
          <p:nvPr>
            <p:ph type="body" idx="1"/>
          </p:nvPr>
        </p:nvSpPr>
        <p:spPr>
          <a:xfrm>
            <a:off x="945642" y="1016000"/>
            <a:ext cx="304129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  <a:t>11 / WIDE. CLOSE. CLOSER.</a:t>
            </a:r>
          </a:p>
        </p:txBody>
      </p:sp>
      <p:sp>
        <p:nvSpPr>
          <p:cNvPr id="5" name="title Placeholder Carrier"/>
          <p:cNvSpPr txBox="1"/>
          <p:nvPr>
            <p:ph type="title" idx="2"/>
          </p:nvPr>
        </p:nvSpPr>
        <p:spPr>
          <a:xfrm>
            <a:off x="933450" y="1809115"/>
            <a:ext cx="4520377" cy="22486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7656"/>
              </a:lnSpc>
            </a:pPr>
            <a:r>
              <a:rPr lang="en-US" sz="66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Let the eye</a:t>
            </a:r>
            <a:br>
              <a:rPr lang="en-US" sz="66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</a:br>
            <a:r>
              <a:rPr lang="en-US" sz="66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wander.</a:t>
            </a:r>
          </a:p>
        </p:txBody>
      </p:sp>
      <p:pic>
        <p:nvPicPr>
          <p:cNvPr id="6" name="photo-1 Placeholder Carrier"/>
          <p:cNvPicPr>
            <a:picLocks noChangeAspect="1"/>
          </p:cNvPicPr>
          <p:nvPr>
            <p:ph type="pic" idx="3"/>
          </p:nvPr>
        </p:nvPicPr>
        <p:blipFill>
          <a:blip r:embed="rId2"/>
          <a:srcRect l="0" t="9" r="0" b="9"/>
          <a:stretch>
            <a:fillRect/>
          </a:stretch>
        </p:blipFill>
        <p:spPr>
          <a:xfrm>
            <a:off x="0" y="3905250"/>
            <a:ext cx="7429500" cy="4953000"/>
          </a:xfrm>
          <a:prstGeom prst="rect">
            <a:avLst/>
          </a:prstGeom>
        </p:spPr>
      </p:pic>
      <p:pic>
        <p:nvPicPr>
          <p:cNvPr id="7" name="photo-2 Placeholder Carrier"/>
          <p:cNvPicPr>
            <a:picLocks noChangeAspect="1"/>
          </p:cNvPicPr>
          <p:nvPr>
            <p:ph type="pic" idx="4"/>
          </p:nvPr>
        </p:nvPicPr>
        <p:blipFill>
          <a:blip r:embed="rId3"/>
          <a:srcRect l="28129" t="0" r="28129" b="0"/>
          <a:stretch>
            <a:fillRect/>
          </a:stretch>
        </p:blipFill>
        <p:spPr>
          <a:xfrm>
            <a:off x="7810500" y="1809750"/>
            <a:ext cx="4000500" cy="5905500"/>
          </a:xfrm>
          <a:prstGeom prst="rect">
            <a:avLst/>
          </a:prstGeom>
        </p:spPr>
      </p:pic>
      <p:sp>
        <p:nvSpPr>
          <p:cNvPr id="8" name="stagger-glaze-upper"/>
          <p:cNvSpPr/>
          <p:nvPr/>
        </p:nvSpPr>
        <p:spPr>
          <a:xfrm>
            <a:off x="6477000" y="3238500"/>
            <a:ext cx="2095500" cy="1524000"/>
          </a:xfrm>
          <a:prstGeom prst="rect">
            <a:avLst/>
          </a:prstGeom>
          <a:solidFill>
            <a:srgbClr val="111111">
              <a:alpha val="38000"/>
            </a:srgbClr>
          </a:solidFill>
          <a:ln>
            <a:noFill/>
          </a:ln>
        </p:spPr>
      </p:sp>
      <p:sp>
        <p:nvSpPr>
          <p:cNvPr id="9" name="note Placeholder Carrier"/>
          <p:cNvSpPr txBox="1"/>
          <p:nvPr>
            <p:ph type="body" idx="5"/>
          </p:nvPr>
        </p:nvSpPr>
        <p:spPr>
          <a:xfrm>
            <a:off x="7802118" y="8264525"/>
            <a:ext cx="2101703" cy="9513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02 / A SMALL DETAIL</a:t>
            </a:r>
            <a:b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</a:br>
            <a: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A closer view changes</a:t>
            </a:r>
            <a:b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</a:br>
            <a: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the scale of attention.</a:t>
            </a:r>
          </a:p>
        </p:txBody>
      </p:sp>
      <p:sp>
        <p:nvSpPr>
          <p:cNvPr id="10" name="main-copy Placeholder Carrier"/>
          <p:cNvSpPr txBox="1"/>
          <p:nvPr>
            <p:ph type="body" idx="6"/>
          </p:nvPr>
        </p:nvSpPr>
        <p:spPr>
          <a:xfrm>
            <a:off x="943356" y="9632950"/>
            <a:ext cx="4147856" cy="2409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01 / THE SETTING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Begin with the wider scene.</a:t>
            </a:r>
          </a:p>
          <a:p>
            <a:pPr algn="l" marL="0" indent="0">
              <a:lnSpc>
                <a:spcPts val="2700"/>
              </a:lnSpc>
              <a:spcBef>
                <a:spcPts val="2700"/>
              </a:spcBef>
              <a:buNone/>
            </a:pP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03 / A DIFFERENT SCALE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Move from water to land to horizon.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Different image sizes create a route,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while translucent bridges link the frames.</a:t>
            </a:r>
          </a:p>
        </p:txBody>
      </p:sp>
      <p:pic>
        <p:nvPicPr>
          <p:cNvPr id="11" name="photo-3 Placeholder Carrier"/>
          <p:cNvPicPr>
            <a:picLocks noChangeAspect="1"/>
          </p:cNvPicPr>
          <p:nvPr>
            <p:ph type="pic" idx="7"/>
          </p:nvPr>
        </p:nvPicPr>
        <p:blipFill>
          <a:blip r:embed="rId4"/>
          <a:srcRect l="6731" t="0" r="6731" b="0"/>
          <a:stretch>
            <a:fillRect/>
          </a:stretch>
        </p:blipFill>
        <p:spPr>
          <a:xfrm>
            <a:off x="6096000" y="10382250"/>
            <a:ext cx="5715000" cy="4953000"/>
          </a:xfrm>
          <a:prstGeom prst="rect">
            <a:avLst/>
          </a:prstGeom>
        </p:spPr>
      </p:pic>
      <p:sp>
        <p:nvSpPr>
          <p:cNvPr id="12" name="stagger-glaze-lower"/>
          <p:cNvSpPr/>
          <p:nvPr/>
        </p:nvSpPr>
        <p:spPr>
          <a:xfrm>
            <a:off x="5143500" y="9810750"/>
            <a:ext cx="1905000" cy="1333500"/>
          </a:xfrm>
          <a:prstGeom prst="rect">
            <a:avLst/>
          </a:prstGeom>
          <a:solidFill>
            <a:srgbClr val="FFE500">
              <a:alpha val="58000"/>
            </a:srgbClr>
          </a:solidFill>
          <a:ln>
            <a:noFill/>
          </a:ln>
        </p:spPr>
      </p:sp>
      <p:sp>
        <p:nvSpPr>
          <p:cNvPr id="13" name="source Placeholder Carrier"/>
          <p:cNvSpPr txBox="1"/>
          <p:nvPr>
            <p:ph type="body" idx="8"/>
          </p:nvPr>
        </p:nvSpPr>
        <p:spPr>
          <a:xfrm>
            <a:off x="945642" y="14754225"/>
            <a:ext cx="3024035" cy="521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CC0 1.0 LANDSCAPES</a:t>
            </a:r>
            <a:b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</a:br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SOURCES LISTED ON THE WEBSITE</a:t>
            </a:r>
          </a:p>
        </p:txBody>
      </p:sp>
      <p:sp>
        <p:nvSpPr>
          <p:cNvPr id="14" name="folio Placeholder Carrier"/>
          <p:cNvSpPr txBox="1"/>
          <p:nvPr>
            <p:ph type="sldNum" idx="9"/>
          </p:nvPr>
        </p:nvSpPr>
        <p:spPr>
          <a:xfrm>
            <a:off x="9899142" y="15694025"/>
            <a:ext cx="2158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</p:spTree>
  </p:cSld>
  <p:clrMapOvr>
    <a:masterClrMapping/>
  </p:clrMapOvr>
  <p:transition p14:dur="400">
    <p:fade/>
  </p:transition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16135" r="0" b="16135"/>
          <a:stretch>
            <a:fillRect/>
          </a:stretch>
        </p:blipFill>
        <p:spPr>
          <a:xfrm>
            <a:off x="0" y="0"/>
            <a:ext cx="11811000" cy="5334000"/>
          </a:xfrm>
          <a:prstGeom prst="rect">
            <a:avLst/>
          </a:prstGeom>
        </p:spPr>
      </p:pic>
      <p:pic>
        <p:nvPicPr>
          <p:cNvPr id="4" name="photo-1 Placeholder Carrier"/>
          <p:cNvPicPr>
            <a:picLocks noChangeAspect="1"/>
          </p:cNvPicPr>
          <p:nvPr>
            <p:ph type="pic" idx="2"/>
          </p:nvPr>
        </p:nvPicPr>
        <p:blipFill>
          <a:blip r:embed="rId3"/>
          <a:srcRect l="0" t="26190" r="0" b="26191"/>
          <a:stretch>
            <a:fillRect/>
          </a:stretch>
        </p:blipFill>
        <p:spPr>
          <a:xfrm>
            <a:off x="0" y="5715000"/>
            <a:ext cx="4000500" cy="2857500"/>
          </a:xfrm>
          <a:prstGeom prst="rect">
            <a:avLst/>
          </a:prstGeom>
        </p:spPr>
      </p:pic>
      <p:pic>
        <p:nvPicPr>
          <p:cNvPr id="5" name="photo-2 Placeholder Carrier"/>
          <p:cNvPicPr>
            <a:picLocks noChangeAspect="1"/>
          </p:cNvPicPr>
          <p:nvPr>
            <p:ph type="pic" idx="3"/>
          </p:nvPr>
        </p:nvPicPr>
        <p:blipFill>
          <a:blip r:embed="rId4"/>
          <a:srcRect l="15562" t="0" r="15562" b="0"/>
          <a:stretch>
            <a:fillRect/>
          </a:stretch>
        </p:blipFill>
        <p:spPr>
          <a:xfrm>
            <a:off x="4381500" y="5715000"/>
            <a:ext cx="3048000" cy="2857500"/>
          </a:xfrm>
          <a:prstGeom prst="rect">
            <a:avLst/>
          </a:prstGeom>
        </p:spPr>
      </p:pic>
      <p:pic>
        <p:nvPicPr>
          <p:cNvPr id="6" name="photo-3 Placeholder Carrier"/>
          <p:cNvPicPr>
            <a:picLocks noChangeAspect="1"/>
          </p:cNvPicPr>
          <p:nvPr>
            <p:ph type="pic" idx="4"/>
          </p:nvPr>
        </p:nvPicPr>
        <p:blipFill>
          <a:blip r:embed="rId5"/>
          <a:srcRect l="0" t="2381" r="0" b="2381"/>
          <a:stretch>
            <a:fillRect/>
          </a:stretch>
        </p:blipFill>
        <p:spPr>
          <a:xfrm>
            <a:off x="7810500" y="5715000"/>
            <a:ext cx="4000500" cy="2857500"/>
          </a:xfrm>
          <a:prstGeom prst="rect">
            <a:avLst/>
          </a:prstGeom>
        </p:spPr>
      </p:pic>
      <p:pic>
        <p:nvPicPr>
          <p:cNvPr id="7" name="photo-4 Placeholder Carrier"/>
          <p:cNvPicPr>
            <a:picLocks noChangeAspect="1"/>
          </p:cNvPicPr>
          <p:nvPr>
            <p:ph type="pic" idx="5"/>
          </p:nvPr>
        </p:nvPicPr>
        <p:blipFill>
          <a:blip r:embed="rId6"/>
          <a:srcRect l="26675" t="0" r="26675" b="0"/>
          <a:stretch>
            <a:fillRect/>
          </a:stretch>
        </p:blipFill>
        <p:spPr>
          <a:xfrm>
            <a:off x="0" y="8953500"/>
            <a:ext cx="4000500" cy="2857500"/>
          </a:xfrm>
          <a:prstGeom prst="rect">
            <a:avLst/>
          </a:prstGeom>
        </p:spPr>
      </p:pic>
      <p:pic>
        <p:nvPicPr>
          <p:cNvPr id="8" name="photo-5 Placeholder Carrier"/>
          <p:cNvPicPr>
            <a:picLocks noChangeAspect="1"/>
          </p:cNvPicPr>
          <p:nvPr>
            <p:ph type="pic" idx="6"/>
          </p:nvPr>
        </p:nvPicPr>
        <p:blipFill>
          <a:blip r:embed="rId7"/>
          <a:srcRect l="14438" t="0" r="14438" b="0"/>
          <a:stretch>
            <a:fillRect/>
          </a:stretch>
        </p:blipFill>
        <p:spPr>
          <a:xfrm>
            <a:off x="4381500" y="8953500"/>
            <a:ext cx="3048000" cy="2857500"/>
          </a:xfrm>
          <a:prstGeom prst="rect">
            <a:avLst/>
          </a:prstGeom>
        </p:spPr>
      </p:pic>
      <p:pic>
        <p:nvPicPr>
          <p:cNvPr id="9" name="photo-6 Placeholder Carrier"/>
          <p:cNvPicPr>
            <a:picLocks noChangeAspect="1"/>
          </p:cNvPicPr>
          <p:nvPr>
            <p:ph type="pic" idx="7"/>
          </p:nvPr>
        </p:nvPicPr>
        <p:blipFill>
          <a:blip r:embed="rId8"/>
          <a:srcRect l="0" t="2381" r="0" b="2381"/>
          <a:stretch>
            <a:fillRect/>
          </a:stretch>
        </p:blipFill>
        <p:spPr>
          <a:xfrm>
            <a:off x="7810500" y="8953500"/>
            <a:ext cx="4000500" cy="2857500"/>
          </a:xfrm>
          <a:prstGeom prst="rect">
            <a:avLst/>
          </a:prstGeom>
        </p:spPr>
      </p:pic>
      <p:sp>
        <p:nvSpPr>
          <p:cNvPr id="10" name="identity-bar"/>
          <p:cNvSpPr/>
          <p:nvPr/>
        </p:nvSpPr>
        <p:spPr>
          <a:xfrm>
            <a:off x="952500" y="819150"/>
            <a:ext cx="4191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11" name="title Placeholder Carrier"/>
          <p:cNvSpPr txBox="1"/>
          <p:nvPr>
            <p:ph type="title" idx="8"/>
          </p:nvPr>
        </p:nvSpPr>
        <p:spPr>
          <a:xfrm>
            <a:off x="933450" y="12676505"/>
            <a:ext cx="9663262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400" b="1" spc="-188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One frame. Many worlds.</a:t>
            </a:r>
          </a:p>
        </p:txBody>
      </p:sp>
      <p:sp>
        <p:nvSpPr>
          <p:cNvPr id="12" name="source Placeholder Carrier"/>
          <p:cNvSpPr txBox="1"/>
          <p:nvPr>
            <p:ph type="body" idx="9"/>
          </p:nvPr>
        </p:nvSpPr>
        <p:spPr>
          <a:xfrm>
            <a:off x="944118" y="14370050"/>
            <a:ext cx="6201423" cy="9513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A panoramic anchor, followed by six supporting views.</a:t>
            </a:r>
            <a:b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</a:br>
            <a: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Read the smaller frames from left to right, then top to bottom.</a:t>
            </a:r>
            <a:b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</a:br>
            <a: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CC0 landscapes from different places; full credits in the source list.</a:t>
            </a:r>
          </a:p>
        </p:txBody>
      </p:sp>
      <p:sp>
        <p:nvSpPr>
          <p:cNvPr id="13" name="folio Placeholder Carrier"/>
          <p:cNvSpPr txBox="1"/>
          <p:nvPr>
            <p:ph type="sldNum" idx="10"/>
          </p:nvPr>
        </p:nvSpPr>
        <p:spPr>
          <a:xfrm>
            <a:off x="9899142" y="15694025"/>
            <a:ext cx="2158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</p:spTree>
  </p:cSld>
  <p:clrMapOvr>
    <a:masterClrMapping/>
  </p:clrMapOvr>
  <p:transition p14: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dentity-bar"/>
          <p:cNvSpPr/>
          <p:nvPr/>
        </p:nvSpPr>
        <p:spPr>
          <a:xfrm>
            <a:off x="952500" y="819150"/>
            <a:ext cx="4191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4" name="kicker Placeholder Carrier"/>
          <p:cNvSpPr txBox="1"/>
          <p:nvPr>
            <p:ph type="body" idx="1"/>
          </p:nvPr>
        </p:nvSpPr>
        <p:spPr>
          <a:xfrm>
            <a:off x="945642" y="1016000"/>
            <a:ext cx="23777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  <a:t>12 / ACROSS THE EDGE</a:t>
            </a:r>
          </a:p>
        </p:txBody>
      </p:sp>
      <p:pic>
        <p:nvPicPr>
          <p:cNvPr id="5" name="photo Placeholder Carrier"/>
          <p:cNvPicPr>
            <a:picLocks noChangeAspect="1"/>
          </p:cNvPicPr>
          <p:nvPr>
            <p:ph type="pic" idx="2"/>
          </p:nvPr>
        </p:nvPicPr>
        <p:blipFill>
          <a:blip r:embed="rId2"/>
          <a:srcRect l="12784" t="0" r="12784" b="0"/>
          <a:stretch>
            <a:fillRect/>
          </a:stretch>
        </p:blipFill>
        <p:spPr>
          <a:xfrm>
            <a:off x="2667000" y="1714500"/>
            <a:ext cx="9144000" cy="8191500"/>
          </a:xfrm>
          <a:prstGeom prst="rect">
            <a:avLst/>
          </a:prstGeom>
        </p:spPr>
      </p:pic>
      <p:sp>
        <p:nvSpPr>
          <p:cNvPr id="6" name="interlock-glaze-top"/>
          <p:cNvSpPr/>
          <p:nvPr/>
        </p:nvSpPr>
        <p:spPr>
          <a:xfrm>
            <a:off x="2095500" y="6572250"/>
            <a:ext cx="2286000" cy="1143000"/>
          </a:xfrm>
          <a:prstGeom prst="rect">
            <a:avLst/>
          </a:prstGeom>
          <a:solidFill>
            <a:srgbClr val="111111">
              <a:alpha val="28000"/>
            </a:srgbClr>
          </a:solidFill>
          <a:ln>
            <a:noFill/>
          </a:ln>
        </p:spPr>
      </p:sp>
      <p:sp>
        <p:nvSpPr>
          <p:cNvPr id="7" name="interlock-glaze-gold"/>
          <p:cNvSpPr/>
          <p:nvPr/>
        </p:nvSpPr>
        <p:spPr>
          <a:xfrm>
            <a:off x="9334500" y="9144000"/>
            <a:ext cx="1714500" cy="1524000"/>
          </a:xfrm>
          <a:prstGeom prst="rect">
            <a:avLst/>
          </a:prstGeom>
          <a:solidFill>
            <a:srgbClr val="FFE500">
              <a:alpha val="34000"/>
            </a:srgbClr>
          </a:solidFill>
          <a:ln>
            <a:noFill/>
          </a:ln>
        </p:spPr>
      </p:sp>
      <p:sp>
        <p:nvSpPr>
          <p:cNvPr id="8" name="overlay-panel"/>
          <p:cNvSpPr/>
          <p:nvPr/>
        </p:nvSpPr>
        <p:spPr>
          <a:xfrm>
            <a:off x="0" y="7143750"/>
            <a:ext cx="10477500" cy="3905250"/>
          </a:xfrm>
          <a:prstGeom prst="rect">
            <a:avLst/>
          </a:prstGeom>
          <a:solidFill>
            <a:srgbClr val="F7F3E8">
              <a:alpha val="94000"/>
            </a:srgbClr>
          </a:solidFill>
          <a:ln>
            <a:noFill/>
          </a:ln>
        </p:spPr>
      </p:sp>
      <p:sp>
        <p:nvSpPr>
          <p:cNvPr id="9" name="Line 9"/>
          <p:cNvSpPr/>
          <p:nvPr/>
        </p:nvSpPr>
        <p:spPr>
          <a:xfrm>
            <a:off x="952500" y="7762875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28575">
            <a:solidFill>
              <a:srgbClr val="FFE500"/>
            </a:solidFill>
          </a:ln>
        </p:spPr>
      </p:sp>
      <p:sp>
        <p:nvSpPr>
          <p:cNvPr id="10" name="title Placeholder Carrier"/>
          <p:cNvSpPr txBox="1"/>
          <p:nvPr>
            <p:ph type="title" idx="3"/>
          </p:nvPr>
        </p:nvSpPr>
        <p:spPr>
          <a:xfrm>
            <a:off x="933450" y="8051165"/>
            <a:ext cx="4984242" cy="2552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8700"/>
              </a:lnSpc>
            </a:pPr>
            <a:r>
              <a:rPr lang="en-US" sz="75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Across</a:t>
            </a:r>
            <a:br>
              <a:rPr lang="en-US" sz="75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</a:br>
            <a:r>
              <a:rPr lang="en-US" sz="75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the frame.</a:t>
            </a:r>
          </a:p>
        </p:txBody>
      </p:sp>
      <p:sp>
        <p:nvSpPr>
          <p:cNvPr id="11" name="main-copy Placeholder Carrier"/>
          <p:cNvSpPr txBox="1"/>
          <p:nvPr>
            <p:ph type="body" idx="4"/>
          </p:nvPr>
        </p:nvSpPr>
        <p:spPr>
          <a:xfrm>
            <a:off x="943356" y="11776075"/>
            <a:ext cx="5038893" cy="2409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A reading plane can cross the boundary between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margin and photograph when both sides remain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deliberate. The image keeps its subject; the text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keeps a calm surface.</a:t>
            </a:r>
          </a:p>
          <a:p>
            <a:pPr algn="l" marL="0" indent="0">
              <a:lnSpc>
                <a:spcPts val="2700"/>
              </a:lnSpc>
              <a:spcBef>
                <a:spcPts val="2700"/>
              </a:spcBef>
              <a:buNone/>
            </a:pP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Keep the photograph, panel and type as separate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objects so crop and copy can be adjusted later.</a:t>
            </a:r>
          </a:p>
        </p:txBody>
      </p:sp>
      <p:sp>
        <p:nvSpPr>
          <p:cNvPr id="12" name="credit Placeholder Carrier"/>
          <p:cNvSpPr txBox="1"/>
          <p:nvPr>
            <p:ph type="body" idx="5"/>
          </p:nvPr>
        </p:nvSpPr>
        <p:spPr>
          <a:xfrm>
            <a:off x="7802118" y="11769725"/>
            <a:ext cx="3521404" cy="25229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LAYER ORDER</a:t>
            </a:r>
          </a:p>
          <a:p>
            <a:pPr algn="l" marL="0" indent="0">
              <a:lnSpc>
                <a:spcPts val="2475"/>
              </a:lnSpc>
              <a:spcBef>
                <a:spcPts val="2475"/>
              </a:spcBef>
              <a:buNone/>
            </a:pPr>
            <a: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01 Photograph</a:t>
            </a:r>
            <a:b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</a:br>
            <a: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02 Interlocking glazes</a:t>
            </a:r>
            <a:b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</a:br>
            <a: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03 Reading panel</a:t>
            </a:r>
            <a:b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</a:br>
            <a: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04 Headline and prose</a:t>
            </a:r>
          </a:p>
          <a:p>
            <a:pPr algn="l" marL="0" indent="0">
              <a:lnSpc>
                <a:spcPts val="2475"/>
              </a:lnSpc>
              <a:spcBef>
                <a:spcPts val="2475"/>
              </a:spcBef>
              <a:buNone/>
            </a:pPr>
            <a: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PHOTO: BONNIE MORELAND / CC0</a:t>
            </a:r>
          </a:p>
        </p:txBody>
      </p:sp>
      <p:sp>
        <p:nvSpPr>
          <p:cNvPr id="13" name="folio Placeholder Carrier"/>
          <p:cNvSpPr txBox="1"/>
          <p:nvPr>
            <p:ph type="sldNum" idx="6"/>
          </p:nvPr>
        </p:nvSpPr>
        <p:spPr>
          <a:xfrm>
            <a:off x="9899142" y="15694025"/>
            <a:ext cx="2158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18</a:t>
            </a:r>
          </a:p>
        </p:txBody>
      </p:sp>
    </p:spTree>
  </p:cSld>
  <p:clrMapOvr>
    <a:masterClrMapping/>
  </p:clrMapOvr>
  <p:transition p14:dur="400">
    <p:fade/>
  </p:transition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dentity-bar"/>
          <p:cNvSpPr/>
          <p:nvPr/>
        </p:nvSpPr>
        <p:spPr>
          <a:xfrm>
            <a:off x="952500" y="819150"/>
            <a:ext cx="4191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7" name="kicker Placeholder Carrier"/>
          <p:cNvSpPr txBox="1"/>
          <p:nvPr>
            <p:ph type="body" idx="1"/>
          </p:nvPr>
        </p:nvSpPr>
        <p:spPr>
          <a:xfrm>
            <a:off x="945642" y="1016000"/>
            <a:ext cx="33837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  <a:t>13 / SPACE AND COUNTERWEIGHT</a:t>
            </a:r>
          </a:p>
        </p:txBody>
      </p:sp>
      <p:sp>
        <p:nvSpPr>
          <p:cNvPr id="8" name="title Placeholder Carrier"/>
          <p:cNvSpPr txBox="1"/>
          <p:nvPr>
            <p:ph type="title" idx="2"/>
          </p:nvPr>
        </p:nvSpPr>
        <p:spPr>
          <a:xfrm>
            <a:off x="933450" y="1907222"/>
            <a:ext cx="7617620" cy="22486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7656"/>
              </a:lnSpc>
            </a:pPr>
            <a:r>
              <a:rPr lang="en-US" sz="66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A frame for</a:t>
            </a:r>
            <a:br>
              <a:rPr lang="en-US" sz="66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</a:br>
            <a:r>
              <a:rPr lang="en-US" sz="66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the natural world.</a:t>
            </a:r>
          </a:p>
        </p:txBody>
      </p:sp>
      <p:pic>
        <p:nvPicPr>
          <p:cNvPr id="9" name="photo-main Placeholder Carrier"/>
          <p:cNvPicPr>
            <a:picLocks noChangeAspect="1"/>
          </p:cNvPicPr>
          <p:nvPr>
            <p:ph type="pic" idx="3"/>
          </p:nvPr>
        </p:nvPicPr>
        <p:blipFill>
          <a:blip r:embed="rId2"/>
          <a:srcRect l="14590" t="0" r="14590" b="0"/>
          <a:stretch>
            <a:fillRect/>
          </a:stretch>
        </p:blipFill>
        <p:spPr>
          <a:xfrm>
            <a:off x="952500" y="4286250"/>
            <a:ext cx="6477000" cy="5905500"/>
          </a:xfrm>
          <a:prstGeom prst="rect">
            <a:avLst/>
          </a:prstGeom>
        </p:spPr>
      </p:pic>
      <p:sp>
        <p:nvSpPr>
          <p:cNvPr id="10" name="note Placeholder Carrier"/>
          <p:cNvSpPr txBox="1"/>
          <p:nvPr>
            <p:ph type="body" idx="4"/>
          </p:nvPr>
        </p:nvSpPr>
        <p:spPr>
          <a:xfrm>
            <a:off x="7801356" y="4298950"/>
            <a:ext cx="3449757" cy="2409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A simple geometric shape can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connect two photographs without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pretending to be a chart or a logo.</a:t>
            </a:r>
          </a:p>
          <a:p>
            <a:pPr algn="l" marL="0" indent="0">
              <a:lnSpc>
                <a:spcPts val="2700"/>
              </a:lnSpc>
              <a:spcBef>
                <a:spcPts val="2700"/>
              </a:spcBef>
              <a:buNone/>
            </a:pP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Use it as a counterweight: large,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quiet and subordinate to the</a:t>
            </a:r>
            <a:b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images and the text.</a:t>
            </a:r>
          </a:p>
        </p:txBody>
      </p:sp>
      <p:pic>
        <p:nvPicPr>
          <p:cNvPr id="11" name="photo-detail Placeholder Carrier"/>
          <p:cNvPicPr>
            <a:picLocks noChangeAspect="1"/>
          </p:cNvPicPr>
          <p:nvPr>
            <p:ph type="pic" idx="5"/>
          </p:nvPr>
        </p:nvPicPr>
        <p:blipFill>
          <a:blip r:embed="rId3"/>
          <a:srcRect l="20233" t="0" r="20233" b="0"/>
          <a:stretch>
            <a:fillRect/>
          </a:stretch>
        </p:blipFill>
        <p:spPr>
          <a:xfrm>
            <a:off x="6096000" y="9048750"/>
            <a:ext cx="4762500" cy="5334000"/>
          </a:xfrm>
          <a:prstGeom prst="rect">
            <a:avLst/>
          </a:prstGeom>
        </p:spPr>
      </p:pic>
      <p:sp>
        <p:nvSpPr>
          <p:cNvPr id="12" name="interlock-glaze"/>
          <p:cNvSpPr/>
          <p:nvPr/>
        </p:nvSpPr>
        <p:spPr>
          <a:xfrm>
            <a:off x="5524500" y="8667750"/>
            <a:ext cx="2286000" cy="1809750"/>
          </a:xfrm>
          <a:prstGeom prst="rect">
            <a:avLst/>
          </a:prstGeom>
          <a:solidFill>
            <a:srgbClr val="111111">
              <a:alpha val="34000"/>
            </a:srgbClr>
          </a:solidFill>
          <a:ln>
            <a:noFill/>
          </a:ln>
        </p:spPr>
      </p:sp>
      <p:sp>
        <p:nvSpPr>
          <p:cNvPr id="13" name="caption Placeholder Carrier"/>
          <p:cNvSpPr txBox="1"/>
          <p:nvPr>
            <p:ph type="body" idx="6"/>
          </p:nvPr>
        </p:nvSpPr>
        <p:spPr>
          <a:xfrm>
            <a:off x="944118" y="12960350"/>
            <a:ext cx="3266423" cy="12656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A dominant view sets the place.</a:t>
            </a:r>
            <a:b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</a:br>
            <a: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A smaller frame holds a second</a:t>
            </a:r>
            <a:b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</a:br>
            <a: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texture, while translucent geometry</a:t>
            </a:r>
            <a:b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</a:br>
            <a:r>
              <a:rPr lang="en-US" sz="16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bridges the two scales.</a:t>
            </a:r>
          </a:p>
        </p:txBody>
      </p:sp>
      <p:sp>
        <p:nvSpPr>
          <p:cNvPr id="14" name="folio Placeholder Carrier"/>
          <p:cNvSpPr txBox="1"/>
          <p:nvPr>
            <p:ph type="sldNum" idx="7"/>
          </p:nvPr>
        </p:nvSpPr>
        <p:spPr>
          <a:xfrm>
            <a:off x="9899142" y="15694025"/>
            <a:ext cx="2158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19</a:t>
            </a:r>
          </a:p>
        </p:txBody>
      </p:sp>
    </p:spTree>
  </p:cSld>
  <p:clrMapOvr>
    <a:masterClrMapping/>
  </p:clrMapOvr>
  <p:transition p14:dur="400">
    <p:fade/>
  </p:transition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38222" t="0" r="38221" b="0"/>
          <a:stretch>
            <a:fillRect/>
          </a:stretch>
        </p:blipFill>
        <p:spPr>
          <a:xfrm>
            <a:off x="0" y="0"/>
            <a:ext cx="11811000" cy="16706850"/>
          </a:xfrm>
          <a:prstGeom prst="rect">
            <a:avLst/>
          </a:prstGeom>
        </p:spPr>
      </p:pic>
      <p:sp>
        <p:nvSpPr>
          <p:cNvPr id="4" name="photo-veil"/>
          <p:cNvSpPr/>
          <p:nvPr/>
        </p:nvSpPr>
        <p:spPr>
          <a:xfrm>
            <a:off x="0" y="0"/>
            <a:ext cx="11811000" cy="16706850"/>
          </a:xfrm>
          <a:prstGeom prst="rect">
            <a:avLst/>
          </a:prstGeom>
          <a:solidFill>
            <a:srgbClr val="0A0A0A">
              <a:alpha val="10000"/>
            </a:srgbClr>
          </a:solidFill>
          <a:ln>
            <a:noFill/>
          </a:ln>
        </p:spPr>
      </p:sp>
      <p:sp>
        <p:nvSpPr>
          <p:cNvPr id="5" name="photo-shade-top"/>
          <p:cNvSpPr/>
          <p:nvPr/>
        </p:nvSpPr>
        <p:spPr>
          <a:xfrm>
            <a:off x="0" y="0"/>
            <a:ext cx="11811000" cy="8572500"/>
          </a:xfrm>
          <a:prstGeom prst="rect">
            <a:avLst/>
          </a:prstGeom>
          <a:gradFill>
            <a:gsLst>
              <a:gs pos="0">
                <a:srgbClr val="0A0A0A">
                  <a:alpha val="62000"/>
                </a:srgbClr>
              </a:gs>
              <a:gs pos="55000">
                <a:srgbClr val="0A0A0A">
                  <a:alpha val="28000"/>
                </a:srgbClr>
              </a:gs>
              <a:gs pos="100000">
                <a:srgbClr val="0A0A0A">
                  <a:alpha val="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6" name="photo-shade-bottom"/>
          <p:cNvSpPr/>
          <p:nvPr/>
        </p:nvSpPr>
        <p:spPr>
          <a:xfrm>
            <a:off x="0" y="8572500"/>
            <a:ext cx="11811000" cy="8134350"/>
          </a:xfrm>
          <a:prstGeom prst="rect">
            <a:avLst/>
          </a:prstGeom>
          <a:gradFill>
            <a:gsLst>
              <a:gs pos="0">
                <a:srgbClr val="0A0A0A">
                  <a:alpha val="0"/>
                </a:srgbClr>
              </a:gs>
              <a:gs pos="42000">
                <a:srgbClr val="0A0A0A">
                  <a:alpha val="55000"/>
                </a:srgbClr>
              </a:gs>
              <a:gs pos="100000">
                <a:srgbClr val="0A0A0A">
                  <a:alpha val="92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7" name="identity-bar"/>
          <p:cNvSpPr/>
          <p:nvPr/>
        </p:nvSpPr>
        <p:spPr>
          <a:xfrm>
            <a:off x="952500" y="819150"/>
            <a:ext cx="4191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8" name="kicker Placeholder Carrier"/>
          <p:cNvSpPr txBox="1"/>
          <p:nvPr>
            <p:ph type="body" idx="2"/>
          </p:nvPr>
        </p:nvSpPr>
        <p:spPr>
          <a:xfrm>
            <a:off x="945642" y="1016000"/>
            <a:ext cx="18294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05 / OPEN WATER</a:t>
            </a:r>
          </a:p>
        </p:txBody>
      </p:sp>
      <p:sp>
        <p:nvSpPr>
          <p:cNvPr id="9" name="folio-display Placeholder Carrier"/>
          <p:cNvSpPr txBox="1"/>
          <p:nvPr>
            <p:ph type="body" idx="3"/>
          </p:nvPr>
        </p:nvSpPr>
        <p:spPr>
          <a:xfrm>
            <a:off x="7219950" y="2552700"/>
            <a:ext cx="3306539" cy="430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22500" b="1" spc="-750" dirty="0">
                <a:solidFill>
                  <a:srgbClr val="FFE500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10" name="title-rule"/>
          <p:cNvSpPr/>
          <p:nvPr/>
        </p:nvSpPr>
        <p:spPr>
          <a:xfrm>
            <a:off x="952500" y="10210800"/>
            <a:ext cx="11430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11" name="title Placeholder Carrier"/>
          <p:cNvSpPr txBox="1"/>
          <p:nvPr>
            <p:ph type="title" idx="4"/>
          </p:nvPr>
        </p:nvSpPr>
        <p:spPr>
          <a:xfrm>
            <a:off x="933450" y="10714990"/>
            <a:ext cx="8173476" cy="26355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8902"/>
              </a:lnSpc>
            </a:pPr>
            <a:r>
              <a:rPr lang="en-US" sz="78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ocean keeps</a:t>
            </a:r>
            <a:br>
              <a:rPr lang="en-US" sz="78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78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its own time.</a:t>
            </a:r>
          </a:p>
        </p:txBody>
      </p:sp>
      <p:sp>
        <p:nvSpPr>
          <p:cNvPr id="12" name="subtitle Placeholder Carrier"/>
          <p:cNvSpPr txBox="1"/>
          <p:nvPr>
            <p:ph type="subTitle" idx="5"/>
          </p:nvPr>
        </p:nvSpPr>
        <p:spPr>
          <a:xfrm>
            <a:off x="941070" y="14166850"/>
            <a:ext cx="5280546" cy="868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3375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Currents, weather and light keep a record</a:t>
            </a:r>
            <a:br>
              <a:rPr lang="en-US" sz="22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-US" sz="22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that only patience can read.</a:t>
            </a:r>
          </a:p>
        </p:txBody>
      </p:sp>
      <p:sp>
        <p:nvSpPr>
          <p:cNvPr id="13" name="credit Placeholder Carrier"/>
          <p:cNvSpPr txBox="1"/>
          <p:nvPr>
            <p:ph type="body" idx="6"/>
          </p:nvPr>
        </p:nvSpPr>
        <p:spPr>
          <a:xfrm>
            <a:off x="945642" y="15598775"/>
            <a:ext cx="564962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PHOTO: BAUTSCH / CC0 1.0 / FULL-BLEED PANORAMA</a:t>
            </a:r>
          </a:p>
        </p:txBody>
      </p:sp>
    </p:spTree>
  </p:cSld>
  <p:clrMapOvr>
    <a:masterClrMapping/>
  </p:clrMapOvr>
  <p:transition p14:dur="400">
    <p:fade/>
  </p:transition>
</p:sld>
</file>

<file path=ppt/slides/slide1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dentity-bar"/>
          <p:cNvSpPr/>
          <p:nvPr/>
        </p:nvSpPr>
        <p:spPr>
          <a:xfrm>
            <a:off x="952500" y="819150"/>
            <a:ext cx="4191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8" name="kicker Placeholder Carrier"/>
          <p:cNvSpPr txBox="1"/>
          <p:nvPr>
            <p:ph type="body" idx="1"/>
          </p:nvPr>
        </p:nvSpPr>
        <p:spPr>
          <a:xfrm>
            <a:off x="946404" y="1047750"/>
            <a:ext cx="83671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spc="225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FOUR CITIES · ACROSS THE SERIES · EDITORIAL RHYTHM · PERSPECTIVES</a:t>
            </a:r>
          </a:p>
        </p:txBody>
      </p:sp>
      <p:sp>
        <p:nvSpPr>
          <p:cNvPr id="9" name="metric-1 Placeholder Carrier"/>
          <p:cNvSpPr txBox="1"/>
          <p:nvPr>
            <p:ph type="body" idx="2"/>
          </p:nvPr>
        </p:nvSpPr>
        <p:spPr>
          <a:xfrm>
            <a:off x="933450" y="2765425"/>
            <a:ext cx="1977177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345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15+</a:t>
            </a:r>
          </a:p>
          <a:p>
            <a:pPr algn="l" marL="0" indent="0">
              <a:lnSpc>
                <a:spcPts val="3450"/>
              </a:lnSpc>
              <a:buNone/>
            </a:pPr>
            <a:r>
              <a:rPr lang="en-US" sz="120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PHOTOGRAPHIC STUDIES</a:t>
            </a:r>
          </a:p>
        </p:txBody>
      </p:sp>
      <p:sp>
        <p:nvSpPr>
          <p:cNvPr id="10" name="metric-2 Placeholder Carrier"/>
          <p:cNvSpPr txBox="1"/>
          <p:nvPr>
            <p:ph type="body" idx="3"/>
          </p:nvPr>
        </p:nvSpPr>
        <p:spPr>
          <a:xfrm>
            <a:off x="3505200" y="2765425"/>
            <a:ext cx="1952122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345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29</a:t>
            </a:r>
          </a:p>
          <a:p>
            <a:pPr algn="l" marL="0" indent="0">
              <a:lnSpc>
                <a:spcPts val="3450"/>
              </a:lnSpc>
              <a:buNone/>
            </a:pPr>
            <a:r>
              <a:rPr lang="en-US" sz="120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A4 LAYOUT ARCHETYPES</a:t>
            </a:r>
          </a:p>
        </p:txBody>
      </p:sp>
      <p:sp>
        <p:nvSpPr>
          <p:cNvPr id="11" name="metric-3 Placeholder Carrier"/>
          <p:cNvSpPr txBox="1"/>
          <p:nvPr>
            <p:ph type="body" idx="4"/>
          </p:nvPr>
        </p:nvSpPr>
        <p:spPr>
          <a:xfrm>
            <a:off x="6076950" y="2765425"/>
            <a:ext cx="1587703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345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06</a:t>
            </a:r>
          </a:p>
          <a:p>
            <a:pPr algn="l" marL="0" indent="0">
              <a:lnSpc>
                <a:spcPts val="3450"/>
              </a:lnSpc>
              <a:buNone/>
            </a:pPr>
            <a:r>
              <a:rPr lang="en-US" sz="120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ALIGNMENT TRACKS</a:t>
            </a:r>
          </a:p>
        </p:txBody>
      </p:sp>
      <p:sp>
        <p:nvSpPr>
          <p:cNvPr id="12" name="metric-4 Placeholder Carrier"/>
          <p:cNvSpPr txBox="1"/>
          <p:nvPr>
            <p:ph type="body" idx="5"/>
          </p:nvPr>
        </p:nvSpPr>
        <p:spPr>
          <a:xfrm>
            <a:off x="8648700" y="2765425"/>
            <a:ext cx="1613093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3450"/>
              </a:lnSpc>
              <a:buNone/>
            </a:pPr>
            <a:r>
              <a:rPr lang="en-US" sz="7200" b="1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04</a:t>
            </a:r>
          </a:p>
          <a:p>
            <a:pPr algn="l" marL="0" indent="0">
              <a:lnSpc>
                <a:spcPts val="3450"/>
              </a:lnSpc>
              <a:buNone/>
            </a:pPr>
            <a:r>
              <a:rPr lang="en-US" sz="120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MASONRY COLUMNS</a:t>
            </a:r>
          </a:p>
        </p:txBody>
      </p:sp>
      <p:pic>
        <p:nvPicPr>
          <p:cNvPr id="13" name="photo-1 Placeholder Carrier"/>
          <p:cNvPicPr>
            <a:picLocks noChangeAspect="1"/>
          </p:cNvPicPr>
          <p:nvPr>
            <p:ph type="pic" idx="6"/>
          </p:nvPr>
        </p:nvPicPr>
        <p:blipFill>
          <a:blip r:embed="rId2"/>
          <a:srcRect l="33794" t="0" r="33793" b="0"/>
          <a:stretch>
            <a:fillRect/>
          </a:stretch>
        </p:blipFill>
        <p:spPr>
          <a:xfrm>
            <a:off x="0" y="4667250"/>
            <a:ext cx="3333750" cy="6858000"/>
          </a:xfrm>
          <a:prstGeom prst="rect">
            <a:avLst/>
          </a:prstGeom>
        </p:spPr>
      </p:pic>
      <p:pic>
        <p:nvPicPr>
          <p:cNvPr id="14" name="photo-2 Placeholder Carrier"/>
          <p:cNvPicPr>
            <a:picLocks noChangeAspect="1"/>
          </p:cNvPicPr>
          <p:nvPr>
            <p:ph type="pic" idx="7"/>
          </p:nvPr>
        </p:nvPicPr>
        <p:blipFill>
          <a:blip r:embed="rId3"/>
          <a:srcRect l="0" t="19524" r="0" b="19524"/>
          <a:stretch>
            <a:fillRect/>
          </a:stretch>
        </p:blipFill>
        <p:spPr>
          <a:xfrm>
            <a:off x="0" y="11753850"/>
            <a:ext cx="3333750" cy="3048000"/>
          </a:xfrm>
          <a:prstGeom prst="rect">
            <a:avLst/>
          </a:prstGeom>
        </p:spPr>
      </p:pic>
      <p:pic>
        <p:nvPicPr>
          <p:cNvPr id="15" name="photo-3 Placeholder Carrier"/>
          <p:cNvPicPr>
            <a:picLocks noChangeAspect="1"/>
          </p:cNvPicPr>
          <p:nvPr>
            <p:ph type="pic" idx="8"/>
          </p:nvPr>
        </p:nvPicPr>
        <p:blipFill>
          <a:blip r:embed="rId4"/>
          <a:srcRect l="35624" t="0" r="35623" b="0"/>
          <a:stretch>
            <a:fillRect/>
          </a:stretch>
        </p:blipFill>
        <p:spPr>
          <a:xfrm>
            <a:off x="3562350" y="4524375"/>
            <a:ext cx="2247900" cy="5048250"/>
          </a:xfrm>
          <a:prstGeom prst="rect">
            <a:avLst/>
          </a:prstGeom>
        </p:spPr>
      </p:pic>
      <p:pic>
        <p:nvPicPr>
          <p:cNvPr id="16" name="photo-4 Placeholder Carrier"/>
          <p:cNvPicPr>
            <a:picLocks noChangeAspect="1"/>
          </p:cNvPicPr>
          <p:nvPr>
            <p:ph type="pic" idx="9"/>
          </p:nvPr>
        </p:nvPicPr>
        <p:blipFill>
          <a:blip r:embed="rId5"/>
          <a:srcRect l="33143" t="0" r="33143" b="0"/>
          <a:stretch>
            <a:fillRect/>
          </a:stretch>
        </p:blipFill>
        <p:spPr>
          <a:xfrm>
            <a:off x="3562350" y="9801225"/>
            <a:ext cx="2247900" cy="5000625"/>
          </a:xfrm>
          <a:prstGeom prst="rect">
            <a:avLst/>
          </a:prstGeom>
        </p:spPr>
      </p:pic>
      <p:pic>
        <p:nvPicPr>
          <p:cNvPr id="17" name="photo-5 Placeholder Carrier"/>
          <p:cNvPicPr>
            <a:picLocks noChangeAspect="1"/>
          </p:cNvPicPr>
          <p:nvPr>
            <p:ph type="pic" idx="10"/>
          </p:nvPr>
        </p:nvPicPr>
        <p:blipFill>
          <a:blip r:embed="rId6"/>
          <a:srcRect l="38776" t="0" r="38776" b="0"/>
          <a:stretch>
            <a:fillRect/>
          </a:stretch>
        </p:blipFill>
        <p:spPr>
          <a:xfrm>
            <a:off x="6038850" y="4381500"/>
            <a:ext cx="2438400" cy="3619500"/>
          </a:xfrm>
          <a:prstGeom prst="rect">
            <a:avLst/>
          </a:prstGeom>
        </p:spPr>
      </p:pic>
      <p:pic>
        <p:nvPicPr>
          <p:cNvPr id="18" name="photo-6 Placeholder Carrier"/>
          <p:cNvPicPr>
            <a:picLocks noChangeAspect="1"/>
          </p:cNvPicPr>
          <p:nvPr>
            <p:ph type="pic" idx="11"/>
          </p:nvPr>
        </p:nvPicPr>
        <p:blipFill>
          <a:blip r:embed="rId7"/>
          <a:srcRect l="37630" t="0" r="37631" b="0"/>
          <a:stretch>
            <a:fillRect/>
          </a:stretch>
        </p:blipFill>
        <p:spPr>
          <a:xfrm>
            <a:off x="6038850" y="8229600"/>
            <a:ext cx="2438400" cy="6572250"/>
          </a:xfrm>
          <a:prstGeom prst="rect">
            <a:avLst/>
          </a:prstGeom>
        </p:spPr>
      </p:pic>
      <p:pic>
        <p:nvPicPr>
          <p:cNvPr id="19" name="photo-7 Placeholder Carrier"/>
          <p:cNvPicPr>
            <a:picLocks noChangeAspect="1"/>
          </p:cNvPicPr>
          <p:nvPr>
            <p:ph type="pic" idx="12"/>
          </p:nvPr>
        </p:nvPicPr>
        <p:blipFill>
          <a:blip r:embed="rId8"/>
          <a:srcRect l="28170" t="0" r="28169" b="0"/>
          <a:stretch>
            <a:fillRect/>
          </a:stretch>
        </p:blipFill>
        <p:spPr>
          <a:xfrm>
            <a:off x="8705850" y="4238625"/>
            <a:ext cx="3105150" cy="5334000"/>
          </a:xfrm>
          <a:prstGeom prst="rect">
            <a:avLst/>
          </a:prstGeom>
        </p:spPr>
      </p:pic>
      <p:pic>
        <p:nvPicPr>
          <p:cNvPr id="20" name="photo-8 Placeholder Carrier"/>
          <p:cNvPicPr>
            <a:picLocks noChangeAspect="1"/>
          </p:cNvPicPr>
          <p:nvPr>
            <p:ph type="pic" idx="13"/>
          </p:nvPr>
        </p:nvPicPr>
        <p:blipFill>
          <a:blip r:embed="rId9"/>
          <a:srcRect l="29298" t="0" r="29298" b="0"/>
          <a:stretch>
            <a:fillRect/>
          </a:stretch>
        </p:blipFill>
        <p:spPr>
          <a:xfrm>
            <a:off x="8705850" y="9801225"/>
            <a:ext cx="3105150" cy="5000625"/>
          </a:xfrm>
          <a:prstGeom prst="rect">
            <a:avLst/>
          </a:prstGeom>
        </p:spPr>
      </p:pic>
      <p:sp>
        <p:nvSpPr>
          <p:cNvPr id="21" name="canted-glaze"/>
          <p:cNvSpPr/>
          <p:nvPr/>
        </p:nvSpPr>
        <p:spPr>
          <a:xfrm>
            <a:off x="0" y="4333875"/>
            <a:ext cx="11811000" cy="923925"/>
          </a:xfrm>
          <a:custGeom>
            <a:avLst/>
            <a:gdLst/>
            <a:ahLst/>
            <a:cxnLst/>
            <a:rect l="l" t="t" r="r" b="b"/>
            <a:pathLst>
              <a:path w="11811000" h="923925">
                <a:moveTo>
                  <a:pt x="0" y="571500"/>
                </a:moveTo>
                <a:lnTo>
                  <a:pt x="11811000" y="0"/>
                </a:lnTo>
                <a:lnTo>
                  <a:pt x="11811000" y="352425"/>
                </a:lnTo>
                <a:lnTo>
                  <a:pt x="0" y="923925"/>
                </a:lnTo>
                <a:close/>
              </a:path>
            </a:pathLst>
          </a:custGeom>
          <a:solidFill>
            <a:srgbClr val="111111">
              <a:alpha val="28000"/>
            </a:srgbClr>
          </a:solidFill>
          <a:ln>
            <a:noFill/>
          </a:ln>
        </p:spPr>
      </p:sp>
      <p:sp>
        <p:nvSpPr>
          <p:cNvPr id="22" name="canted-top-wedge"/>
          <p:cNvSpPr/>
          <p:nvPr/>
        </p:nvSpPr>
        <p:spPr>
          <a:xfrm>
            <a:off x="0" y="4191000"/>
            <a:ext cx="11811000" cy="714375"/>
          </a:xfrm>
          <a:custGeom>
            <a:avLst/>
            <a:gdLst/>
            <a:ahLst/>
            <a:cxnLst/>
            <a:rect l="l" t="t" r="r" b="b"/>
            <a:pathLst>
              <a:path w="11811000" h="714375">
                <a:moveTo>
                  <a:pt x="0" y="0"/>
                </a:moveTo>
                <a:lnTo>
                  <a:pt x="11811000" y="0"/>
                </a:lnTo>
                <a:lnTo>
                  <a:pt x="11811000" y="142875"/>
                </a:lnTo>
                <a:lnTo>
                  <a:pt x="0" y="714375"/>
                </a:lnTo>
                <a:close/>
              </a:path>
            </a:pathLst>
          </a:custGeom>
          <a:solidFill>
            <a:srgbClr val="F7F3E8"/>
          </a:solidFill>
          <a:ln>
            <a:noFill/>
          </a:ln>
        </p:spPr>
      </p:sp>
      <p:sp>
        <p:nvSpPr>
          <p:cNvPr id="23" name="seam-interlock-1"/>
          <p:cNvSpPr/>
          <p:nvPr/>
        </p:nvSpPr>
        <p:spPr>
          <a:xfrm>
            <a:off x="2952750" y="9191625"/>
            <a:ext cx="990600" cy="990600"/>
          </a:xfrm>
          <a:prstGeom prst="rect">
            <a:avLst/>
          </a:prstGeom>
          <a:solidFill>
            <a:srgbClr val="FFFFFF">
              <a:alpha val="36000"/>
            </a:srgbClr>
          </a:solidFill>
          <a:ln>
            <a:noFill/>
          </a:ln>
        </p:spPr>
      </p:sp>
      <p:sp>
        <p:nvSpPr>
          <p:cNvPr id="24" name="seam-interlock-2"/>
          <p:cNvSpPr/>
          <p:nvPr/>
        </p:nvSpPr>
        <p:spPr>
          <a:xfrm>
            <a:off x="8096250" y="7762875"/>
            <a:ext cx="990600" cy="990600"/>
          </a:xfrm>
          <a:prstGeom prst="rect">
            <a:avLst/>
          </a:prstGeom>
          <a:solidFill>
            <a:srgbClr val="111111">
              <a:alpha val="34000"/>
            </a:srgbClr>
          </a:solidFill>
          <a:ln>
            <a:noFill/>
          </a:ln>
        </p:spPr>
      </p:sp>
      <p:sp>
        <p:nvSpPr>
          <p:cNvPr id="25" name="source Placeholder Carrier"/>
          <p:cNvSpPr txBox="1"/>
          <p:nvPr>
            <p:ph type="body" idx="14"/>
          </p:nvPr>
        </p:nvSpPr>
        <p:spPr>
          <a:xfrm>
            <a:off x="945642" y="15313025"/>
            <a:ext cx="844779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FOUR-COLUMN HERO METRICS + CANTED OFF-AXIS MASONRY SEAM · CC0 LANDSCAPES</a:t>
            </a:r>
          </a:p>
        </p:txBody>
      </p:sp>
      <p:sp>
        <p:nvSpPr>
          <p:cNvPr id="26" name="folio Placeholder Carrier"/>
          <p:cNvSpPr txBox="1"/>
          <p:nvPr>
            <p:ph type="sldNum" idx="15"/>
          </p:nvPr>
        </p:nvSpPr>
        <p:spPr>
          <a:xfrm>
            <a:off x="9899142" y="15694025"/>
            <a:ext cx="2158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25</a:t>
            </a:r>
          </a:p>
        </p:txBody>
      </p:sp>
    </p:spTree>
  </p:cSld>
  <p:clrMapOvr>
    <a:masterClrMapping/>
  </p:clrMapOvr>
  <p:transition p14:dur="400">
    <p:fade/>
  </p:transition>
</p:sld>
</file>

<file path=ppt/slides/slide1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26430" t="0" r="26431" b="0"/>
          <a:stretch>
            <a:fillRect/>
          </a:stretch>
        </p:blipFill>
        <p:spPr>
          <a:xfrm>
            <a:off x="0" y="0"/>
            <a:ext cx="11811000" cy="16706850"/>
          </a:xfrm>
          <a:prstGeom prst="rect">
            <a:avLst/>
          </a:prstGeom>
        </p:spPr>
      </p:pic>
      <p:sp>
        <p:nvSpPr>
          <p:cNvPr id="4" name="photo-veil"/>
          <p:cNvSpPr/>
          <p:nvPr/>
        </p:nvSpPr>
        <p:spPr>
          <a:xfrm>
            <a:off x="0" y="0"/>
            <a:ext cx="11811000" cy="16706850"/>
          </a:xfrm>
          <a:prstGeom prst="rect">
            <a:avLst/>
          </a:prstGeom>
          <a:gradFill>
            <a:gsLst>
              <a:gs pos="0">
                <a:srgbClr val="0A0A0A">
                  <a:alpha val="66000"/>
                </a:srgbClr>
              </a:gs>
              <a:gs pos="45000">
                <a:srgbClr val="0A0A0A">
                  <a:alpha val="40000"/>
                </a:srgbClr>
              </a:gs>
              <a:gs pos="100000">
                <a:srgbClr val="0A0A0A">
                  <a:alpha val="85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identity-bar"/>
          <p:cNvSpPr/>
          <p:nvPr/>
        </p:nvSpPr>
        <p:spPr>
          <a:xfrm>
            <a:off x="952500" y="819150"/>
            <a:ext cx="4191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6" name="kicker Placeholder Carrier"/>
          <p:cNvSpPr txBox="1"/>
          <p:nvPr>
            <p:ph type="body" idx="2"/>
          </p:nvPr>
        </p:nvSpPr>
        <p:spPr>
          <a:xfrm>
            <a:off x="945642" y="1016000"/>
            <a:ext cx="30434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07 / ATTENTION AS PRACTICE</a:t>
            </a:r>
          </a:p>
        </p:txBody>
      </p:sp>
      <p:sp>
        <p:nvSpPr>
          <p:cNvPr id="7" name="quote-bar"/>
          <p:cNvSpPr/>
          <p:nvPr/>
        </p:nvSpPr>
        <p:spPr>
          <a:xfrm>
            <a:off x="952500" y="3390900"/>
            <a:ext cx="95250" cy="521970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8" name="quote Placeholder Carrier"/>
          <p:cNvSpPr txBox="1"/>
          <p:nvPr>
            <p:ph type="title" idx="3"/>
          </p:nvPr>
        </p:nvSpPr>
        <p:spPr>
          <a:xfrm>
            <a:off x="1504950" y="3837940"/>
            <a:ext cx="7280427" cy="55154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0226"/>
              </a:lnSpc>
            </a:pPr>
            <a:r>
              <a:rPr lang="en-US" sz="84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wild</a:t>
            </a:r>
            <a:br>
              <a:rPr lang="en-US" sz="84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84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is not a place.</a:t>
            </a:r>
            <a:br>
              <a:rPr lang="en-US" sz="84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84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It is a way</a:t>
            </a:r>
            <a:br>
              <a:rPr lang="en-US" sz="84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84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of looking.</a:t>
            </a:r>
          </a:p>
        </p:txBody>
      </p:sp>
      <p:sp>
        <p:nvSpPr>
          <p:cNvPr id="9" name="attribution-kicker Placeholder Carrier"/>
          <p:cNvSpPr txBox="1"/>
          <p:nvPr>
            <p:ph type="body" idx="4"/>
          </p:nvPr>
        </p:nvSpPr>
        <p:spPr>
          <a:xfrm>
            <a:off x="1516380" y="9613900"/>
            <a:ext cx="19354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00" spc="300" dirty="0">
                <a:solidFill>
                  <a:srgbClr val="FFE500"/>
                </a:solidFill>
                <a:latin typeface="Arial Narrow"/>
                <a:ea typeface="Arial Narrow"/>
                <a:cs typeface="Arial Narrow"/>
              </a:rPr>
              <a:t>FIELD NOTE 07</a:t>
            </a:r>
          </a:p>
        </p:txBody>
      </p:sp>
      <p:sp>
        <p:nvSpPr>
          <p:cNvPr id="10" name="attribution-line Placeholder Carrier"/>
          <p:cNvSpPr txBox="1"/>
          <p:nvPr>
            <p:ph type="body" idx="5"/>
          </p:nvPr>
        </p:nvSpPr>
        <p:spPr>
          <a:xfrm>
            <a:off x="1514094" y="10140950"/>
            <a:ext cx="363062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9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Attention is the first instrument.</a:t>
            </a:r>
          </a:p>
        </p:txBody>
      </p:sp>
      <p:sp>
        <p:nvSpPr>
          <p:cNvPr id="11" name="credit Placeholder Carrier"/>
          <p:cNvSpPr txBox="1"/>
          <p:nvPr>
            <p:ph type="body" idx="6"/>
          </p:nvPr>
        </p:nvSpPr>
        <p:spPr>
          <a:xfrm>
            <a:off x="945642" y="15598775"/>
            <a:ext cx="64230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PHOTO: SPESSIG / CC0 1.0 / CONTRAST SCRIM OVER FOREST</a:t>
            </a:r>
          </a:p>
        </p:txBody>
      </p:sp>
    </p:spTree>
  </p:cSld>
  <p:clrMapOvr>
    <a:masterClrMapping/>
  </p:clrMapOvr>
  <p:transition p14:dur="400">
    <p:fade/>
  </p:transition>
</p:sld>
</file>

<file path=ppt/slides/slide1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dentity-bar"/>
          <p:cNvSpPr/>
          <p:nvPr/>
        </p:nvSpPr>
        <p:spPr>
          <a:xfrm>
            <a:off x="952500" y="819150"/>
            <a:ext cx="4191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4" name="kicker Placeholder Carrier"/>
          <p:cNvSpPr txBox="1"/>
          <p:nvPr>
            <p:ph type="body" idx="1"/>
          </p:nvPr>
        </p:nvSpPr>
        <p:spPr>
          <a:xfrm>
            <a:off x="945642" y="1016000"/>
            <a:ext cx="23393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  <a:t>08 / THREE DISTANCES</a:t>
            </a:r>
          </a:p>
        </p:txBody>
      </p:sp>
      <p:sp>
        <p:nvSpPr>
          <p:cNvPr id="5" name="title Placeholder Carrier"/>
          <p:cNvSpPr txBox="1"/>
          <p:nvPr>
            <p:ph type="title" idx="2"/>
          </p:nvPr>
        </p:nvSpPr>
        <p:spPr>
          <a:xfrm>
            <a:off x="933450" y="1748790"/>
            <a:ext cx="5227320" cy="24013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7958"/>
              </a:lnSpc>
            </a:pPr>
            <a:r>
              <a:rPr lang="en-US" sz="72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Three ways</a:t>
            </a:r>
            <a:br>
              <a:rPr lang="en-US" sz="72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</a:br>
            <a:r>
              <a:rPr lang="en-US" sz="72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to look.</a:t>
            </a:r>
          </a:p>
        </p:txBody>
      </p:sp>
      <p:sp>
        <p:nvSpPr>
          <p:cNvPr id="6" name="title-rule"/>
          <p:cNvSpPr/>
          <p:nvPr/>
        </p:nvSpPr>
        <p:spPr>
          <a:xfrm>
            <a:off x="7620000" y="2114550"/>
            <a:ext cx="32385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pic>
        <p:nvPicPr>
          <p:cNvPr id="7" name="band-1 Placeholder Carrier"/>
          <p:cNvPicPr>
            <a:picLocks noChangeAspect="1"/>
          </p:cNvPicPr>
          <p:nvPr>
            <p:ph type="pic" idx="3"/>
          </p:nvPr>
        </p:nvPicPr>
        <p:blipFill>
          <a:blip r:embed="rId2"/>
          <a:srcRect l="0" t="26270" r="0" b="26271"/>
          <a:stretch>
            <a:fillRect/>
          </a:stretch>
        </p:blipFill>
        <p:spPr>
          <a:xfrm>
            <a:off x="0" y="4000500"/>
            <a:ext cx="11811000" cy="3619500"/>
          </a:xfrm>
          <a:prstGeom prst="rect">
            <a:avLst/>
          </a:prstGeom>
        </p:spPr>
      </p:pic>
      <p:sp>
        <p:nvSpPr>
          <p:cNvPr id="8" name="band-1-shade"/>
          <p:cNvSpPr/>
          <p:nvPr/>
        </p:nvSpPr>
        <p:spPr>
          <a:xfrm>
            <a:off x="0" y="4000500"/>
            <a:ext cx="11811000" cy="3619500"/>
          </a:xfrm>
          <a:prstGeom prst="rect">
            <a:avLst/>
          </a:prstGeom>
          <a:gradFill>
            <a:gsLst>
              <a:gs pos="0">
                <a:srgbClr val="0A0A0A">
                  <a:alpha val="0"/>
                </a:srgbClr>
              </a:gs>
              <a:gs pos="52000">
                <a:srgbClr val="0A0A0A">
                  <a:alpha val="35000"/>
                </a:srgbClr>
              </a:gs>
              <a:gs pos="100000">
                <a:srgbClr val="0A0A0A">
                  <a:alpha val="88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9" name="band-1-kicker Placeholder Carrier"/>
          <p:cNvSpPr txBox="1"/>
          <p:nvPr>
            <p:ph type="body" idx="4"/>
          </p:nvPr>
        </p:nvSpPr>
        <p:spPr>
          <a:xfrm>
            <a:off x="945642" y="6235700"/>
            <a:ext cx="130027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spc="225" dirty="0">
                <a:solidFill>
                  <a:srgbClr val="FFE500"/>
                </a:solidFill>
                <a:latin typeface="Arial Narrow"/>
                <a:ea typeface="Arial Narrow"/>
                <a:cs typeface="Arial Narrow"/>
              </a:rPr>
              <a:t>01 / WATER</a:t>
            </a:r>
          </a:p>
        </p:txBody>
      </p:sp>
      <p:sp>
        <p:nvSpPr>
          <p:cNvPr id="10" name="band-1-caption Placeholder Carrier"/>
          <p:cNvSpPr txBox="1"/>
          <p:nvPr>
            <p:ph type="body" idx="5"/>
          </p:nvPr>
        </p:nvSpPr>
        <p:spPr>
          <a:xfrm>
            <a:off x="935736" y="6661150"/>
            <a:ext cx="4736466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Follow the current.</a:t>
            </a:r>
          </a:p>
        </p:txBody>
      </p:sp>
      <p:pic>
        <p:nvPicPr>
          <p:cNvPr id="11" name="band-2 Placeholder Carrier"/>
          <p:cNvPicPr>
            <a:picLocks noChangeAspect="1"/>
          </p:cNvPicPr>
          <p:nvPr>
            <p:ph type="pic" idx="6"/>
          </p:nvPr>
        </p:nvPicPr>
        <p:blipFill>
          <a:blip r:embed="rId3"/>
          <a:srcRect l="0" t="27020" r="0" b="27020"/>
          <a:stretch>
            <a:fillRect/>
          </a:stretch>
        </p:blipFill>
        <p:spPr>
          <a:xfrm>
            <a:off x="0" y="8001000"/>
            <a:ext cx="11811000" cy="3619500"/>
          </a:xfrm>
          <a:prstGeom prst="rect">
            <a:avLst/>
          </a:prstGeom>
        </p:spPr>
      </p:pic>
      <p:sp>
        <p:nvSpPr>
          <p:cNvPr id="12" name="band-2-shade"/>
          <p:cNvSpPr/>
          <p:nvPr/>
        </p:nvSpPr>
        <p:spPr>
          <a:xfrm>
            <a:off x="0" y="8001000"/>
            <a:ext cx="11811000" cy="3619500"/>
          </a:xfrm>
          <a:prstGeom prst="rect">
            <a:avLst/>
          </a:prstGeom>
          <a:gradFill>
            <a:gsLst>
              <a:gs pos="0">
                <a:srgbClr val="0A0A0A">
                  <a:alpha val="0"/>
                </a:srgbClr>
              </a:gs>
              <a:gs pos="52000">
                <a:srgbClr val="0A0A0A">
                  <a:alpha val="35000"/>
                </a:srgbClr>
              </a:gs>
              <a:gs pos="100000">
                <a:srgbClr val="0A0A0A">
                  <a:alpha val="88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13" name="band-2-kicker Placeholder Carrier"/>
          <p:cNvSpPr txBox="1"/>
          <p:nvPr>
            <p:ph type="body" idx="7"/>
          </p:nvPr>
        </p:nvSpPr>
        <p:spPr>
          <a:xfrm>
            <a:off x="945642" y="10236200"/>
            <a:ext cx="17643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spc="225" dirty="0">
                <a:solidFill>
                  <a:srgbClr val="FFE500"/>
                </a:solidFill>
                <a:latin typeface="Arial Narrow"/>
                <a:ea typeface="Arial Narrow"/>
                <a:cs typeface="Arial Narrow"/>
              </a:rPr>
              <a:t>02 / STILLNESS</a:t>
            </a:r>
          </a:p>
        </p:txBody>
      </p:sp>
      <p:sp>
        <p:nvSpPr>
          <p:cNvPr id="14" name="band-2-caption Placeholder Carrier"/>
          <p:cNvSpPr txBox="1"/>
          <p:nvPr>
            <p:ph type="body" idx="8"/>
          </p:nvPr>
        </p:nvSpPr>
        <p:spPr>
          <a:xfrm>
            <a:off x="935736" y="10661650"/>
            <a:ext cx="5250516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Let the surface settle.</a:t>
            </a:r>
          </a:p>
        </p:txBody>
      </p:sp>
      <p:pic>
        <p:nvPicPr>
          <p:cNvPr id="15" name="band-3 Placeholder Carrier"/>
          <p:cNvPicPr>
            <a:picLocks noChangeAspect="1"/>
          </p:cNvPicPr>
          <p:nvPr>
            <p:ph type="pic" idx="9"/>
          </p:nvPr>
        </p:nvPicPr>
        <p:blipFill>
          <a:blip r:embed="rId4"/>
          <a:srcRect l="0" t="29570" r="0" b="29570"/>
          <a:stretch>
            <a:fillRect/>
          </a:stretch>
        </p:blipFill>
        <p:spPr>
          <a:xfrm>
            <a:off x="0" y="12001500"/>
            <a:ext cx="11811000" cy="3619500"/>
          </a:xfrm>
          <a:prstGeom prst="rect">
            <a:avLst/>
          </a:prstGeom>
        </p:spPr>
      </p:pic>
      <p:sp>
        <p:nvSpPr>
          <p:cNvPr id="16" name="band-3-shade"/>
          <p:cNvSpPr/>
          <p:nvPr/>
        </p:nvSpPr>
        <p:spPr>
          <a:xfrm>
            <a:off x="0" y="12001500"/>
            <a:ext cx="11811000" cy="3619500"/>
          </a:xfrm>
          <a:prstGeom prst="rect">
            <a:avLst/>
          </a:prstGeom>
          <a:gradFill>
            <a:gsLst>
              <a:gs pos="0">
                <a:srgbClr val="0A0A0A">
                  <a:alpha val="0"/>
                </a:srgbClr>
              </a:gs>
              <a:gs pos="52000">
                <a:srgbClr val="0A0A0A">
                  <a:alpha val="35000"/>
                </a:srgbClr>
              </a:gs>
              <a:gs pos="100000">
                <a:srgbClr val="0A0A0A">
                  <a:alpha val="88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17" name="band-3-kicker Placeholder Carrier"/>
          <p:cNvSpPr txBox="1"/>
          <p:nvPr>
            <p:ph type="body" idx="10"/>
          </p:nvPr>
        </p:nvSpPr>
        <p:spPr>
          <a:xfrm>
            <a:off x="945642" y="14236700"/>
            <a:ext cx="143789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spc="225" dirty="0">
                <a:solidFill>
                  <a:srgbClr val="FFE500"/>
                </a:solidFill>
                <a:latin typeface="Arial Narrow"/>
                <a:ea typeface="Arial Narrow"/>
                <a:cs typeface="Arial Narrow"/>
              </a:rPr>
              <a:t>03 / SEASON</a:t>
            </a:r>
          </a:p>
        </p:txBody>
      </p:sp>
      <p:sp>
        <p:nvSpPr>
          <p:cNvPr id="18" name="band-3-caption Placeholder Carrier"/>
          <p:cNvSpPr txBox="1"/>
          <p:nvPr>
            <p:ph type="body" idx="11"/>
          </p:nvPr>
        </p:nvSpPr>
        <p:spPr>
          <a:xfrm>
            <a:off x="935736" y="14662150"/>
            <a:ext cx="4344211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Wait for the turn.</a:t>
            </a:r>
          </a:p>
        </p:txBody>
      </p:sp>
      <p:sp>
        <p:nvSpPr>
          <p:cNvPr id="19" name="credit Placeholder Carrier"/>
          <p:cNvSpPr txBox="1"/>
          <p:nvPr>
            <p:ph type="body" idx="12"/>
          </p:nvPr>
        </p:nvSpPr>
        <p:spPr>
          <a:xfrm>
            <a:off x="946404" y="16059150"/>
            <a:ext cx="62679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spc="12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  <a:t>PHOTOS: MARTIN EKLUND / BONNIE MORELAND / ARCHBOB — CC0 1.0</a:t>
            </a:r>
          </a:p>
        </p:txBody>
      </p:sp>
      <p:sp>
        <p:nvSpPr>
          <p:cNvPr id="20" name="folio Placeholder Carrier"/>
          <p:cNvSpPr txBox="1"/>
          <p:nvPr>
            <p:ph type="sldNum" idx="13"/>
          </p:nvPr>
        </p:nvSpPr>
        <p:spPr>
          <a:xfrm>
            <a:off x="9899142" y="16046450"/>
            <a:ext cx="2158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27</a:t>
            </a:r>
          </a:p>
        </p:txBody>
      </p:sp>
    </p:spTree>
  </p:cSld>
  <p:clrMapOvr>
    <a:masterClrMapping/>
  </p:clrMapOvr>
  <p:transition p14:dur="400">
    <p:fade/>
  </p:transition>
</p:sld>
</file>

<file path=ppt/slides/slide1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norama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2857" r="50000" b="2857"/>
          <a:stretch>
            <a:fillRect/>
          </a:stretch>
        </p:blipFill>
        <p:spPr>
          <a:xfrm>
            <a:off x="0" y="0"/>
            <a:ext cx="11811000" cy="16706850"/>
          </a:xfrm>
          <a:prstGeom prst="rect">
            <a:avLst/>
          </a:prstGeom>
        </p:spPr>
      </p:pic>
      <p:sp>
        <p:nvSpPr>
          <p:cNvPr id="4" name="photo-veil"/>
          <p:cNvSpPr/>
          <p:nvPr/>
        </p:nvSpPr>
        <p:spPr>
          <a:xfrm>
            <a:off x="0" y="0"/>
            <a:ext cx="11811000" cy="16706850"/>
          </a:xfrm>
          <a:prstGeom prst="rect">
            <a:avLst/>
          </a:prstGeom>
          <a:solidFill>
            <a:srgbClr val="0A0A0A">
              <a:alpha val="16000"/>
            </a:srgbClr>
          </a:solidFill>
          <a:ln>
            <a:noFill/>
          </a:ln>
        </p:spPr>
      </p:sp>
      <p:sp>
        <p:nvSpPr>
          <p:cNvPr id="5" name="photo-shade-top"/>
          <p:cNvSpPr/>
          <p:nvPr/>
        </p:nvSpPr>
        <p:spPr>
          <a:xfrm>
            <a:off x="0" y="0"/>
            <a:ext cx="11811000" cy="7810500"/>
          </a:xfrm>
          <a:prstGeom prst="rect">
            <a:avLst/>
          </a:prstGeom>
          <a:gradFill>
            <a:gsLst>
              <a:gs pos="0">
                <a:srgbClr val="0A0A0A">
                  <a:alpha val="55000"/>
                </a:srgbClr>
              </a:gs>
              <a:gs pos="45000">
                <a:srgbClr val="0A0A0A">
                  <a:alpha val="18000"/>
                </a:srgbClr>
              </a:gs>
              <a:gs pos="100000">
                <a:srgbClr val="0A0A0A">
                  <a:alpha val="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6" name="photo-shade-bottom"/>
          <p:cNvSpPr/>
          <p:nvPr/>
        </p:nvSpPr>
        <p:spPr>
          <a:xfrm>
            <a:off x="0" y="8191500"/>
            <a:ext cx="11811000" cy="8515350"/>
          </a:xfrm>
          <a:prstGeom prst="rect">
            <a:avLst/>
          </a:prstGeom>
          <a:gradFill>
            <a:gsLst>
              <a:gs pos="0">
                <a:srgbClr val="0A0A0A">
                  <a:alpha val="0"/>
                </a:srgbClr>
              </a:gs>
              <a:gs pos="40000">
                <a:srgbClr val="0A0A0A">
                  <a:alpha val="48000"/>
                </a:srgbClr>
              </a:gs>
              <a:gs pos="100000">
                <a:srgbClr val="0A0A0A">
                  <a:alpha val="92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7" name="identity-bar"/>
          <p:cNvSpPr/>
          <p:nvPr/>
        </p:nvSpPr>
        <p:spPr>
          <a:xfrm>
            <a:off x="952500" y="819150"/>
            <a:ext cx="4191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8" name="kicker Placeholder Carrier"/>
          <p:cNvSpPr txBox="1"/>
          <p:nvPr>
            <p:ph type="body" idx="2"/>
          </p:nvPr>
        </p:nvSpPr>
        <p:spPr>
          <a:xfrm>
            <a:off x="945642" y="1016000"/>
            <a:ext cx="33197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spc="180" dirty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FIELD REPORT 10 / THE COAST</a:t>
            </a:r>
          </a:p>
        </p:txBody>
      </p:sp>
      <p:grpSp>
        <p:nvGrpSpPr>
          <p:cNvPr id="10" name="folio-display"/>
          <p:cNvGrpSpPr/>
          <p:nvPr/>
        </p:nvGrpSpPr>
        <p:grpSpPr>
          <a:xfrm>
            <a:off x="6648450" y="1981200"/>
            <a:ext cx="3306539" cy="4305300"/>
            <a:chOff x="6648450" y="1981200"/>
            <a:chExt cx="3306539" cy="4305300"/>
          </a:xfrm>
        </p:grpSpPr>
        <p:sp>
          <p:nvSpPr>
            <p:cNvPr id="9" name="TextBox 9"/>
            <p:cNvSpPr txBox="1"/>
            <p:nvPr/>
          </p:nvSpPr>
          <p:spPr>
            <a:xfrm>
              <a:off x="6648450" y="1981200"/>
              <a:ext cx="3306539" cy="4305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0" b="1" spc="-750" dirty="0">
                  <a:solidFill>
                    <a:srgbClr val="FFE500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sp>
        <p:nvSpPr>
          <p:cNvPr id="11" name="title-rule"/>
          <p:cNvSpPr/>
          <p:nvPr/>
        </p:nvSpPr>
        <p:spPr>
          <a:xfrm>
            <a:off x="952500" y="10858500"/>
            <a:ext cx="11430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12" name="title Placeholder Carrier"/>
          <p:cNvSpPr txBox="1"/>
          <p:nvPr>
            <p:ph type="title" idx="3"/>
          </p:nvPr>
        </p:nvSpPr>
        <p:spPr>
          <a:xfrm>
            <a:off x="933450" y="11264900"/>
            <a:ext cx="5041805" cy="2514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8400"/>
              </a:lnSpc>
            </a:pPr>
            <a:r>
              <a:rPr lang="en-US" sz="75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Where the</a:t>
            </a:r>
            <a:br>
              <a:rPr lang="en-US" sz="75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750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land ends.</a:t>
            </a:r>
          </a:p>
        </p:txBody>
      </p:sp>
      <p:grpSp>
        <p:nvGrpSpPr>
          <p:cNvPr id="14" name="subtitle"/>
          <p:cNvGrpSpPr/>
          <p:nvPr/>
        </p:nvGrpSpPr>
        <p:grpSpPr>
          <a:xfrm>
            <a:off x="941070" y="14090650"/>
            <a:ext cx="3866655" cy="868680"/>
            <a:chOff x="941070" y="14090650"/>
            <a:chExt cx="3866655" cy="868680"/>
          </a:xfrm>
        </p:grpSpPr>
        <p:sp>
          <p:nvSpPr>
            <p:cNvPr id="13" name="TextBox 13"/>
            <p:cNvSpPr txBox="1"/>
            <p:nvPr/>
          </p:nvSpPr>
          <p:spPr>
            <a:xfrm>
              <a:off x="941070" y="14090650"/>
              <a:ext cx="3866655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22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shoreline is a record of what</a:t>
              </a:r>
              <a:br>
                <a:rPr lang="en-US" sz="22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en-US" sz="22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the water leaves behind.</a:t>
              </a:r>
            </a:p>
          </p:txBody>
        </p:sp>
      </p:grpSp>
      <p:grpSp>
        <p:nvGrpSpPr>
          <p:cNvPr id="16" name="credit"/>
          <p:cNvGrpSpPr/>
          <p:nvPr/>
        </p:nvGrpSpPr>
        <p:grpSpPr>
          <a:xfrm>
            <a:off x="945642" y="15598775"/>
            <a:ext cx="6334506" cy="264033"/>
            <a:chOff x="945642" y="15598775"/>
            <a:chExt cx="6334506" cy="264033"/>
          </a:xfrm>
        </p:grpSpPr>
        <p:sp>
          <p:nvSpPr>
            <p:cNvPr id="15" name="TextBox 15"/>
            <p:cNvSpPr txBox="1"/>
            <p:nvPr/>
          </p:nvSpPr>
          <p:spPr>
            <a:xfrm>
              <a:off x="945642" y="15598775"/>
              <a:ext cx="6334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150" dirty="0">
                  <a:solidFill>
                    <a:srgbClr val="FFFFFF"/>
                  </a:solidFill>
                  <a:latin typeface="Arial Narrow"/>
                  <a:ea typeface="Arial Narrow"/>
                  <a:cs typeface="Arial Narrow"/>
                </a:rPr>
                <a:t>PHOTO: HOMMIE09 / CC0 1.0 / CONTINUOUS SPREAD — LEFT</a:t>
              </a:r>
            </a:p>
          </p:txBody>
        </p:sp>
      </p:grpSp>
      <p:sp>
        <p:nvSpPr>
          <p:cNvPr id="17" name="folio Placeholder Carrier"/>
          <p:cNvSpPr txBox="1"/>
          <p:nvPr>
            <p:ph type="sldNum" idx="4"/>
          </p:nvPr>
        </p:nvSpPr>
        <p:spPr>
          <a:xfrm>
            <a:off x="10280142" y="16179800"/>
            <a:ext cx="2158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28</a:t>
            </a:r>
          </a:p>
        </p:txBody>
      </p:sp>
    </p:spTree>
  </p:cSld>
  <p:clrMapOvr>
    <a:masterClrMapping/>
  </p:clrMapOvr>
  <p:transition p14:dur="400">
    <p:fade/>
  </p:transition>
</p:sld>
</file>

<file path=ppt/slides/slide1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norama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50000" t="2857" r="0" b="2857"/>
          <a:stretch>
            <a:fillRect/>
          </a:stretch>
        </p:blipFill>
        <p:spPr>
          <a:xfrm>
            <a:off x="0" y="0"/>
            <a:ext cx="11811000" cy="16706850"/>
          </a:xfrm>
          <a:prstGeom prst="rect">
            <a:avLst/>
          </a:prstGeom>
        </p:spPr>
      </p:pic>
      <p:sp>
        <p:nvSpPr>
          <p:cNvPr id="4" name="photo-veil"/>
          <p:cNvSpPr/>
          <p:nvPr/>
        </p:nvSpPr>
        <p:spPr>
          <a:xfrm>
            <a:off x="0" y="0"/>
            <a:ext cx="11811000" cy="16706850"/>
          </a:xfrm>
          <a:prstGeom prst="rect">
            <a:avLst/>
          </a:prstGeom>
          <a:solidFill>
            <a:srgbClr val="0A0A0A">
              <a:alpha val="16000"/>
            </a:srgbClr>
          </a:solidFill>
          <a:ln>
            <a:noFill/>
          </a:ln>
        </p:spPr>
      </p:sp>
      <p:sp>
        <p:nvSpPr>
          <p:cNvPr id="5" name="photo-shade-top"/>
          <p:cNvSpPr/>
          <p:nvPr/>
        </p:nvSpPr>
        <p:spPr>
          <a:xfrm>
            <a:off x="0" y="0"/>
            <a:ext cx="11811000" cy="7810500"/>
          </a:xfrm>
          <a:prstGeom prst="rect">
            <a:avLst/>
          </a:prstGeom>
          <a:gradFill>
            <a:gsLst>
              <a:gs pos="0">
                <a:srgbClr val="0A0A0A">
                  <a:alpha val="55000"/>
                </a:srgbClr>
              </a:gs>
              <a:gs pos="45000">
                <a:srgbClr val="0A0A0A">
                  <a:alpha val="18000"/>
                </a:srgbClr>
              </a:gs>
              <a:gs pos="100000">
                <a:srgbClr val="0A0A0A">
                  <a:alpha val="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6" name="photo-shade-bottom"/>
          <p:cNvSpPr/>
          <p:nvPr/>
        </p:nvSpPr>
        <p:spPr>
          <a:xfrm>
            <a:off x="0" y="8191500"/>
            <a:ext cx="11811000" cy="8515350"/>
          </a:xfrm>
          <a:prstGeom prst="rect">
            <a:avLst/>
          </a:prstGeom>
          <a:gradFill>
            <a:gsLst>
              <a:gs pos="0">
                <a:srgbClr val="0A0A0A">
                  <a:alpha val="0"/>
                </a:srgbClr>
              </a:gs>
              <a:gs pos="40000">
                <a:srgbClr val="0A0A0A">
                  <a:alpha val="48000"/>
                </a:srgbClr>
              </a:gs>
              <a:gs pos="100000">
                <a:srgbClr val="0A0A0A">
                  <a:alpha val="92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7" name="identity-bar"/>
          <p:cNvSpPr/>
          <p:nvPr/>
        </p:nvSpPr>
        <p:spPr>
          <a:xfrm>
            <a:off x="952500" y="819150"/>
            <a:ext cx="4191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8" name="kicker Placeholder Carrier"/>
          <p:cNvSpPr txBox="1"/>
          <p:nvPr>
            <p:ph type="body" idx="2"/>
          </p:nvPr>
        </p:nvSpPr>
        <p:spPr>
          <a:xfrm>
            <a:off x="945642" y="1016000"/>
            <a:ext cx="262844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spc="180" dirty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THE COAST / CONTINUED</a:t>
            </a:r>
          </a:p>
        </p:txBody>
      </p:sp>
      <p:sp>
        <p:nvSpPr>
          <p:cNvPr id="9" name="reading-panel"/>
          <p:cNvSpPr/>
          <p:nvPr/>
        </p:nvSpPr>
        <p:spPr>
          <a:xfrm>
            <a:off x="1333500" y="9144000"/>
            <a:ext cx="9144000" cy="5334000"/>
          </a:xfrm>
          <a:prstGeom prst="rect">
            <a:avLst/>
          </a:prstGeom>
          <a:solidFill>
            <a:srgbClr val="F7F3E8">
              <a:alpha val="96000"/>
            </a:srgbClr>
          </a:solidFill>
          <a:ln>
            <a:noFill/>
          </a:ln>
        </p:spPr>
      </p:sp>
      <p:sp>
        <p:nvSpPr>
          <p:cNvPr id="10" name="panel-rule"/>
          <p:cNvSpPr/>
          <p:nvPr/>
        </p:nvSpPr>
        <p:spPr>
          <a:xfrm>
            <a:off x="1333500" y="9144000"/>
            <a:ext cx="91440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grpSp>
        <p:nvGrpSpPr>
          <p:cNvPr id="12" name="panel-title"/>
          <p:cNvGrpSpPr/>
          <p:nvPr/>
        </p:nvGrpSpPr>
        <p:grpSpPr>
          <a:xfrm>
            <a:off x="1790700" y="9931400"/>
            <a:ext cx="4610679" cy="1619250"/>
            <a:chOff x="1790700" y="9931400"/>
            <a:chExt cx="4610679" cy="1619250"/>
          </a:xfrm>
        </p:grpSpPr>
        <p:sp>
          <p:nvSpPr>
            <p:cNvPr id="11" name="TextBox 11"/>
            <p:cNvSpPr txBox="1"/>
            <p:nvPr/>
          </p:nvSpPr>
          <p:spPr>
            <a:xfrm>
              <a:off x="1790700" y="9931400"/>
              <a:ext cx="4610679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400"/>
                </a:lnSpc>
              </a:pPr>
              <a:r>
                <a:rPr lang="en-US" sz="4800" b="1" spc="-75" dirty="0">
                  <a:solidFill>
                    <a:srgbClr val="111111"/>
                  </a:solidFill>
                  <a:latin typeface="+mj-lt"/>
                  <a:ea typeface="+mj-ea"/>
                  <a:cs typeface="+mj-cs"/>
                </a:rPr>
                <a:t>A coastline is</a:t>
              </a:r>
              <a:br>
                <a:rPr lang="en-US" sz="4800" b="1" spc="-75" dirty="0">
                  <a:solidFill>
                    <a:srgbClr val="111111"/>
                  </a:solidFill>
                  <a:latin typeface="+mj-lt"/>
                  <a:ea typeface="+mj-ea"/>
                  <a:cs typeface="+mj-cs"/>
                </a:rPr>
              </a:br>
              <a:r>
                <a:rPr lang="en-US" sz="4800" b="1" spc="-75" dirty="0">
                  <a:solidFill>
                    <a:srgbClr val="111111"/>
                  </a:solidFill>
                  <a:latin typeface="+mj-lt"/>
                  <a:ea typeface="+mj-ea"/>
                  <a:cs typeface="+mj-cs"/>
                </a:rPr>
                <a:t>never finished.</a:t>
              </a:r>
            </a:p>
          </p:txBody>
        </p:sp>
      </p:grpSp>
      <p:sp>
        <p:nvSpPr>
          <p:cNvPr id="13" name="panel-copy-left Placeholder Carrier"/>
          <p:cNvSpPr txBox="1"/>
          <p:nvPr>
            <p:ph type="body" idx="3"/>
          </p:nvPr>
        </p:nvSpPr>
        <p:spPr>
          <a:xfrm>
            <a:off x="1801368" y="11474450"/>
            <a:ext cx="3185705" cy="1580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475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The line between water and land</a:t>
            </a:r>
            <a:br>
              <a:rPr lang="en-US" sz="165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65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is never fixed. Tide, weather and</a:t>
            </a:r>
            <a:br>
              <a:rPr lang="en-US" sz="165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65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time redraw it daily, leaving a</a:t>
            </a:r>
            <a:br>
              <a:rPr lang="en-US" sz="165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65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record that is read in layers.</a:t>
            </a:r>
            <a:br>
              <a:rPr lang="en-US" sz="165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65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Begin at the edge, then look back.</a:t>
            </a:r>
          </a:p>
        </p:txBody>
      </p:sp>
      <p:grpSp>
        <p:nvGrpSpPr>
          <p:cNvPr id="15" name="panel-copy-right"/>
          <p:cNvGrpSpPr/>
          <p:nvPr/>
        </p:nvGrpSpPr>
        <p:grpSpPr>
          <a:xfrm>
            <a:off x="6182868" y="11474450"/>
            <a:ext cx="3091952" cy="1580007"/>
            <a:chOff x="6182868" y="11474450"/>
            <a:chExt cx="3091952" cy="1580007"/>
          </a:xfrm>
        </p:grpSpPr>
        <p:sp>
          <p:nvSpPr>
            <p:cNvPr id="14" name="TextBox 14"/>
            <p:cNvSpPr txBox="1"/>
            <p:nvPr/>
          </p:nvSpPr>
          <p:spPr>
            <a:xfrm>
              <a:off x="6182868" y="11474450"/>
              <a:ext cx="3091952" cy="1580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en-US" sz="1650" dirty="0">
                  <a:solidFill>
                    <a:srgbClr val="111111"/>
                  </a:solidFill>
                  <a:latin typeface="+mn-lt"/>
                  <a:ea typeface="+mn-ea"/>
                  <a:cs typeface="+mn-cs"/>
                </a:rPr>
                <a:t>Look for the small evidence: a</a:t>
              </a:r>
              <a:br>
                <a:rPr lang="en-US" sz="1650" dirty="0">
                  <a:solidFill>
                    <a:srgbClr val="11111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650" dirty="0">
                  <a:solidFill>
                    <a:srgbClr val="111111"/>
                  </a:solidFill>
                  <a:latin typeface="+mn-lt"/>
                  <a:ea typeface="+mn-ea"/>
                  <a:cs typeface="+mn-cs"/>
                </a:rPr>
                <a:t>strand line, a changed edge, a</a:t>
              </a:r>
              <a:br>
                <a:rPr lang="en-US" sz="1650" dirty="0">
                  <a:solidFill>
                    <a:srgbClr val="11111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650" dirty="0">
                  <a:solidFill>
                    <a:srgbClr val="111111"/>
                  </a:solidFill>
                  <a:latin typeface="+mn-lt"/>
                  <a:ea typeface="+mn-ea"/>
                  <a:cs typeface="+mn-cs"/>
                </a:rPr>
                <a:t>surface that holds the sky. The</a:t>
              </a:r>
              <a:br>
                <a:rPr lang="en-US" sz="1650" dirty="0">
                  <a:solidFill>
                    <a:srgbClr val="11111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650" dirty="0">
                  <a:solidFill>
                    <a:srgbClr val="111111"/>
                  </a:solidFill>
                  <a:latin typeface="+mn-lt"/>
                  <a:ea typeface="+mn-ea"/>
                  <a:cs typeface="+mn-cs"/>
                </a:rPr>
                <a:t>coast asks for patience, not</a:t>
              </a:r>
              <a:br>
                <a:rPr lang="en-US" sz="1650" dirty="0">
                  <a:solidFill>
                    <a:srgbClr val="11111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650" dirty="0">
                  <a:solidFill>
                    <a:srgbClr val="111111"/>
                  </a:solidFill>
                  <a:latin typeface="+mn-lt"/>
                  <a:ea typeface="+mn-ea"/>
                  <a:cs typeface="+mn-cs"/>
                </a:rPr>
                <a:t>certainty. Return at another hour.</a:t>
              </a:r>
            </a:p>
          </p:txBody>
        </p:sp>
      </p:grpSp>
      <p:grpSp>
        <p:nvGrpSpPr>
          <p:cNvPr id="17" name="credit"/>
          <p:cNvGrpSpPr/>
          <p:nvPr/>
        </p:nvGrpSpPr>
        <p:grpSpPr>
          <a:xfrm>
            <a:off x="945642" y="15598775"/>
            <a:ext cx="6413449" cy="264033"/>
            <a:chOff x="945642" y="15598775"/>
            <a:chExt cx="6413449" cy="264033"/>
          </a:xfrm>
        </p:grpSpPr>
        <p:sp>
          <p:nvSpPr>
            <p:cNvPr id="16" name="TextBox 16"/>
            <p:cNvSpPr txBox="1"/>
            <p:nvPr/>
          </p:nvSpPr>
          <p:spPr>
            <a:xfrm>
              <a:off x="945642" y="15598775"/>
              <a:ext cx="64134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150" dirty="0">
                  <a:solidFill>
                    <a:srgbClr val="FFFFFF"/>
                  </a:solidFill>
                  <a:latin typeface="Arial Narrow"/>
                  <a:ea typeface="Arial Narrow"/>
                  <a:cs typeface="Arial Narrow"/>
                </a:rPr>
                <a:t>PHOTO: HOMMIE09 / CC0 1.0 / CONTINUOUS SPREAD — RIGHT</a:t>
              </a:r>
            </a:p>
          </p:txBody>
        </p:sp>
      </p:grpSp>
      <p:sp>
        <p:nvSpPr>
          <p:cNvPr id="18" name="folio Placeholder Carrier"/>
          <p:cNvSpPr txBox="1"/>
          <p:nvPr>
            <p:ph type="sldNum" idx="4"/>
          </p:nvPr>
        </p:nvSpPr>
        <p:spPr>
          <a:xfrm>
            <a:off x="10280142" y="16179800"/>
            <a:ext cx="2158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29</a:t>
            </a:r>
          </a:p>
        </p:txBody>
      </p:sp>
    </p:spTree>
  </p:cSld>
  <p:clrMapOvr>
    <a:masterClrMapping/>
  </p:clrMapOvr>
  <p:transition p14:dur="400">
    <p:fade/>
  </p:transition>
</p:sld>
</file>

<file path=ppt/slides/slide2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norama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2857" t="0" r="50000" b="0"/>
          <a:stretch>
            <a:fillRect/>
          </a:stretch>
        </p:blipFill>
        <p:spPr>
          <a:xfrm>
            <a:off x="0" y="0"/>
            <a:ext cx="11811000" cy="16706850"/>
          </a:xfrm>
          <a:prstGeom prst="rect">
            <a:avLst/>
          </a:prstGeom>
        </p:spPr>
      </p:pic>
      <p:sp>
        <p:nvSpPr>
          <p:cNvPr id="4" name="photo-veil"/>
          <p:cNvSpPr/>
          <p:nvPr/>
        </p:nvSpPr>
        <p:spPr>
          <a:xfrm>
            <a:off x="0" y="0"/>
            <a:ext cx="11811000" cy="16706850"/>
          </a:xfrm>
          <a:prstGeom prst="rect">
            <a:avLst/>
          </a:prstGeom>
          <a:gradFill>
            <a:gsLst>
              <a:gs pos="0">
                <a:srgbClr val="0A0A0A">
                  <a:alpha val="62000"/>
                </a:srgbClr>
              </a:gs>
              <a:gs pos="45000">
                <a:srgbClr val="0A0A0A">
                  <a:alpha val="34000"/>
                </a:srgbClr>
              </a:gs>
              <a:gs pos="100000">
                <a:srgbClr val="0A0A0A">
                  <a:alpha val="88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identity-bar"/>
          <p:cNvSpPr/>
          <p:nvPr/>
        </p:nvSpPr>
        <p:spPr>
          <a:xfrm>
            <a:off x="952500" y="819150"/>
            <a:ext cx="4191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6" name="kicker Placeholder Carrier"/>
          <p:cNvSpPr txBox="1"/>
          <p:nvPr>
            <p:ph type="body" idx="2"/>
          </p:nvPr>
        </p:nvSpPr>
        <p:spPr>
          <a:xfrm>
            <a:off x="945642" y="1016000"/>
            <a:ext cx="318851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spc="180" dirty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FIELD NOTE 11 / THE FOREST</a:t>
            </a:r>
          </a:p>
        </p:txBody>
      </p:sp>
      <p:sp>
        <p:nvSpPr>
          <p:cNvPr id="7" name="quote-bar"/>
          <p:cNvSpPr/>
          <p:nvPr/>
        </p:nvSpPr>
        <p:spPr>
          <a:xfrm>
            <a:off x="952500" y="3390900"/>
            <a:ext cx="95250" cy="56197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8" name="quote Placeholder Carrier"/>
          <p:cNvSpPr txBox="1"/>
          <p:nvPr>
            <p:ph type="title" idx="3"/>
          </p:nvPr>
        </p:nvSpPr>
        <p:spPr>
          <a:xfrm>
            <a:off x="1504950" y="3676650"/>
            <a:ext cx="5102102" cy="4533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8400"/>
              </a:lnSpc>
            </a:pPr>
            <a:r>
              <a:rPr lang="en-US" sz="6900" b="1" i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forest</a:t>
            </a:r>
            <a:br>
              <a:rPr lang="en-US" sz="6900" b="1" i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6900" b="1" i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remembers</a:t>
            </a:r>
            <a:br>
              <a:rPr lang="en-US" sz="6900" b="1" i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6900" b="1" i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every</a:t>
            </a:r>
            <a:br>
              <a:rPr lang="en-US" sz="6900" b="1" i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6900" b="1" i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footstep.</a:t>
            </a:r>
          </a:p>
        </p:txBody>
      </p:sp>
      <p:grpSp>
        <p:nvGrpSpPr>
          <p:cNvPr id="10" name="attribution-kicker"/>
          <p:cNvGrpSpPr/>
          <p:nvPr/>
        </p:nvGrpSpPr>
        <p:grpSpPr>
          <a:xfrm>
            <a:off x="1516380" y="9804400"/>
            <a:ext cx="2927604" cy="293370"/>
            <a:chOff x="1516380" y="9804400"/>
            <a:chExt cx="2927604" cy="293370"/>
          </a:xfrm>
        </p:grpSpPr>
        <p:sp>
          <p:nvSpPr>
            <p:cNvPr id="9" name="TextBox 9"/>
            <p:cNvSpPr txBox="1"/>
            <p:nvPr/>
          </p:nvSpPr>
          <p:spPr>
            <a:xfrm>
              <a:off x="1516380" y="9804400"/>
              <a:ext cx="29276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spc="300" dirty="0">
                  <a:solidFill>
                    <a:srgbClr val="FFE500"/>
                  </a:solidFill>
                  <a:latin typeface="Arial Narrow"/>
                  <a:ea typeface="Arial Narrow"/>
                  <a:cs typeface="Arial Narrow"/>
                </a:rPr>
                <a:t>A NOTE ON ATTENTION</a:t>
              </a:r>
            </a:p>
          </p:txBody>
        </p:sp>
      </p:grpSp>
      <p:grpSp>
        <p:nvGrpSpPr>
          <p:cNvPr id="12" name="attribution-line"/>
          <p:cNvGrpSpPr/>
          <p:nvPr/>
        </p:nvGrpSpPr>
        <p:grpSpPr>
          <a:xfrm>
            <a:off x="1514094" y="10350500"/>
            <a:ext cx="4989584" cy="381381"/>
            <a:chOff x="1514094" y="10350500"/>
            <a:chExt cx="4989584" cy="381381"/>
          </a:xfrm>
        </p:grpSpPr>
        <p:sp>
          <p:nvSpPr>
            <p:cNvPr id="11" name="TextBox 11"/>
            <p:cNvSpPr txBox="1"/>
            <p:nvPr/>
          </p:nvSpPr>
          <p:spPr>
            <a:xfrm>
              <a:off x="1514094" y="10350500"/>
              <a:ext cx="49895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What we notice becomes part of the place.</a:t>
              </a:r>
            </a:p>
          </p:txBody>
        </p:sp>
      </p:grpSp>
      <p:grpSp>
        <p:nvGrpSpPr>
          <p:cNvPr id="14" name="credit"/>
          <p:cNvGrpSpPr/>
          <p:nvPr/>
        </p:nvGrpSpPr>
        <p:grpSpPr>
          <a:xfrm>
            <a:off x="945642" y="15598775"/>
            <a:ext cx="6092342" cy="264033"/>
            <a:chOff x="945642" y="15598775"/>
            <a:chExt cx="6092342" cy="264033"/>
          </a:xfrm>
        </p:grpSpPr>
        <p:sp>
          <p:nvSpPr>
            <p:cNvPr id="13" name="TextBox 13"/>
            <p:cNvSpPr txBox="1"/>
            <p:nvPr/>
          </p:nvSpPr>
          <p:spPr>
            <a:xfrm>
              <a:off x="945642" y="15598775"/>
              <a:ext cx="60923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150" dirty="0">
                  <a:solidFill>
                    <a:srgbClr val="FFFFFF"/>
                  </a:solidFill>
                  <a:latin typeface="Arial Narrow"/>
                  <a:ea typeface="Arial Narrow"/>
                  <a:cs typeface="Arial Narrow"/>
                </a:rPr>
                <a:t>PHOTO: SPESSIG / CC0 1.0 / CONTINUOUS SPREAD — LEFT</a:t>
              </a:r>
            </a:p>
          </p:txBody>
        </p:sp>
      </p:grpSp>
      <p:sp>
        <p:nvSpPr>
          <p:cNvPr id="15" name="folio Placeholder Carrier"/>
          <p:cNvSpPr txBox="1"/>
          <p:nvPr>
            <p:ph type="sldNum" idx="4"/>
          </p:nvPr>
        </p:nvSpPr>
        <p:spPr>
          <a:xfrm>
            <a:off x="10280142" y="16179800"/>
            <a:ext cx="2158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30</a:t>
            </a:r>
          </a:p>
        </p:txBody>
      </p:sp>
    </p:spTree>
  </p:cSld>
  <p:clrMapOvr>
    <a:masterClrMapping/>
  </p:clrMapOvr>
  <p:transition p14:dur="400">
    <p:fade/>
  </p:transition>
</p:sld>
</file>

<file path=ppt/slides/slide2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norama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50000" t="0" r="2857" b="0"/>
          <a:stretch>
            <a:fillRect/>
          </a:stretch>
        </p:blipFill>
        <p:spPr>
          <a:xfrm>
            <a:off x="0" y="0"/>
            <a:ext cx="11811000" cy="16706850"/>
          </a:xfrm>
          <a:prstGeom prst="rect">
            <a:avLst/>
          </a:prstGeom>
        </p:spPr>
      </p:pic>
      <p:sp>
        <p:nvSpPr>
          <p:cNvPr id="4" name="photo-veil"/>
          <p:cNvSpPr/>
          <p:nvPr/>
        </p:nvSpPr>
        <p:spPr>
          <a:xfrm>
            <a:off x="0" y="0"/>
            <a:ext cx="11811000" cy="16706850"/>
          </a:xfrm>
          <a:prstGeom prst="rect">
            <a:avLst/>
          </a:prstGeom>
          <a:gradFill>
            <a:gsLst>
              <a:gs pos="0">
                <a:srgbClr val="0A0A0A">
                  <a:alpha val="62000"/>
                </a:srgbClr>
              </a:gs>
              <a:gs pos="45000">
                <a:srgbClr val="0A0A0A">
                  <a:alpha val="34000"/>
                </a:srgbClr>
              </a:gs>
              <a:gs pos="100000">
                <a:srgbClr val="0A0A0A">
                  <a:alpha val="88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photo-shade-bottom"/>
          <p:cNvSpPr/>
          <p:nvPr/>
        </p:nvSpPr>
        <p:spPr>
          <a:xfrm>
            <a:off x="0" y="9525000"/>
            <a:ext cx="11811000" cy="7181850"/>
          </a:xfrm>
          <a:prstGeom prst="rect">
            <a:avLst/>
          </a:prstGeom>
          <a:gradFill>
            <a:gsLst>
              <a:gs pos="0">
                <a:srgbClr val="0A0A0A">
                  <a:alpha val="0"/>
                </a:srgbClr>
              </a:gs>
              <a:gs pos="100000">
                <a:srgbClr val="0A0A0A">
                  <a:alpha val="72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6" name="identity-bar"/>
          <p:cNvSpPr/>
          <p:nvPr/>
        </p:nvSpPr>
        <p:spPr>
          <a:xfrm>
            <a:off x="952500" y="819150"/>
            <a:ext cx="4191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7" name="kicker Placeholder Carrier"/>
          <p:cNvSpPr txBox="1"/>
          <p:nvPr>
            <p:ph type="body" idx="2"/>
          </p:nvPr>
        </p:nvSpPr>
        <p:spPr>
          <a:xfrm>
            <a:off x="945642" y="1016000"/>
            <a:ext cx="2759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spc="180" dirty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THE FOREST / CONTINUED</a:t>
            </a:r>
          </a:p>
        </p:txBody>
      </p:sp>
      <p:sp>
        <p:nvSpPr>
          <p:cNvPr id="8" name="folio-display Placeholder Carrier"/>
          <p:cNvSpPr txBox="1"/>
          <p:nvPr>
            <p:ph type="body" idx="3"/>
          </p:nvPr>
        </p:nvSpPr>
        <p:spPr>
          <a:xfrm>
            <a:off x="6648450" y="1981200"/>
            <a:ext cx="3306539" cy="430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22500" b="1" spc="-750" dirty="0">
                <a:solidFill>
                  <a:srgbClr val="FFE500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  <p:grpSp>
        <p:nvGrpSpPr>
          <p:cNvPr id="10" name="pull-quote"/>
          <p:cNvGrpSpPr/>
          <p:nvPr/>
        </p:nvGrpSpPr>
        <p:grpSpPr>
          <a:xfrm>
            <a:off x="933450" y="3136900"/>
            <a:ext cx="2900503" cy="1943100"/>
            <a:chOff x="933450" y="3136900"/>
            <a:chExt cx="2900503" cy="1943100"/>
          </a:xfrm>
        </p:grpSpPr>
        <p:sp>
          <p:nvSpPr>
            <p:cNvPr id="9" name="TextBox 9"/>
            <p:cNvSpPr txBox="1"/>
            <p:nvPr/>
          </p:nvSpPr>
          <p:spPr>
            <a:xfrm>
              <a:off x="933450" y="3136900"/>
              <a:ext cx="2900503" cy="1943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650"/>
                </a:lnSpc>
              </a:pPr>
              <a:r>
                <a:rPr lang="en-US" sz="3900" i="1" spc="-75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Every path</a:t>
              </a:r>
              <a:br>
                <a:rPr lang="en-US" sz="3900" i="1" spc="-75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</a:br>
              <a:r>
                <a:rPr lang="en-US" sz="3900" i="1" spc="-75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is a question</a:t>
              </a:r>
              <a:br>
                <a:rPr lang="en-US" sz="3900" i="1" spc="-75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</a:br>
              <a:r>
                <a:rPr lang="en-US" sz="3900" i="1" spc="-75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asked slowly.</a:t>
              </a:r>
            </a:p>
          </p:txBody>
        </p:sp>
      </p:grpSp>
      <p:sp>
        <p:nvSpPr>
          <p:cNvPr id="11" name="copy-rule"/>
          <p:cNvSpPr/>
          <p:nvPr/>
        </p:nvSpPr>
        <p:spPr>
          <a:xfrm>
            <a:off x="952500" y="10096500"/>
            <a:ext cx="9906000" cy="19050"/>
          </a:xfrm>
          <a:prstGeom prst="rect">
            <a:avLst/>
          </a:prstGeom>
          <a:solidFill>
            <a:srgbClr val="FFFFFF">
              <a:alpha val="62000"/>
            </a:srgbClr>
          </a:solidFill>
          <a:ln>
            <a:noFill/>
          </a:ln>
        </p:spPr>
      </p:sp>
      <p:grpSp>
        <p:nvGrpSpPr>
          <p:cNvPr id="13" name="copy-left"/>
          <p:cNvGrpSpPr/>
          <p:nvPr/>
        </p:nvGrpSpPr>
        <p:grpSpPr>
          <a:xfrm>
            <a:off x="942594" y="10566400"/>
            <a:ext cx="3585972" cy="2286381"/>
            <a:chOff x="942594" y="10566400"/>
            <a:chExt cx="3585972" cy="2286381"/>
          </a:xfrm>
        </p:grpSpPr>
        <p:sp>
          <p:nvSpPr>
            <p:cNvPr id="12" name="TextBox 12"/>
            <p:cNvSpPr txBox="1"/>
            <p:nvPr/>
          </p:nvSpPr>
          <p:spPr>
            <a:xfrm>
              <a:off x="942594" y="10566400"/>
              <a:ext cx="3585972" cy="2286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Walk slowly. Let the edge of the</a:t>
              </a:r>
              <a:br>
                <a:rPr lang="en-US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path stay visible. A forest is not</a:t>
              </a:r>
              <a:br>
                <a:rPr lang="en-US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backdrop; it is a set of small</a:t>
              </a:r>
              <a:br>
                <a:rPr lang="en-US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decisions about light, growth</a:t>
              </a:r>
              <a:br>
                <a:rPr lang="en-US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and decay. Stay long enough for</a:t>
              </a:r>
              <a:br>
                <a:rPr lang="en-US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the noise to settle.</a:t>
              </a:r>
            </a:p>
          </p:txBody>
        </p:sp>
      </p:grpSp>
      <p:grpSp>
        <p:nvGrpSpPr>
          <p:cNvPr id="15" name="copy-right"/>
          <p:cNvGrpSpPr/>
          <p:nvPr/>
        </p:nvGrpSpPr>
        <p:grpSpPr>
          <a:xfrm>
            <a:off x="6276594" y="10566400"/>
            <a:ext cx="3791769" cy="2286381"/>
            <a:chOff x="6276594" y="10566400"/>
            <a:chExt cx="3791769" cy="2286381"/>
          </a:xfrm>
        </p:grpSpPr>
        <p:sp>
          <p:nvSpPr>
            <p:cNvPr id="14" name="TextBox 14"/>
            <p:cNvSpPr txBox="1"/>
            <p:nvPr/>
          </p:nvSpPr>
          <p:spPr>
            <a:xfrm>
              <a:off x="6276594" y="10566400"/>
              <a:ext cx="3791769" cy="2286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Sound arrives before detail: water,</a:t>
              </a:r>
              <a:br>
                <a:rPr lang="en-US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wind, a branch moving. Follow it.</a:t>
              </a:r>
              <a:br>
                <a:rPr lang="en-US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Then look for what the eye missed</a:t>
              </a:r>
              <a:br>
                <a:rPr lang="en-US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on the first pass — a broken stem,</a:t>
              </a:r>
              <a:br>
                <a:rPr lang="en-US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change in the canopy, a path</a:t>
              </a:r>
              <a:br>
                <a:rPr lang="en-US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that was not there last season.</a:t>
              </a:r>
            </a:p>
          </p:txBody>
        </p:sp>
      </p:grpSp>
      <p:grpSp>
        <p:nvGrpSpPr>
          <p:cNvPr id="17" name="credit"/>
          <p:cNvGrpSpPr/>
          <p:nvPr/>
        </p:nvGrpSpPr>
        <p:grpSpPr>
          <a:xfrm>
            <a:off x="945642" y="15598775"/>
            <a:ext cx="6171286" cy="264033"/>
            <a:chOff x="945642" y="15598775"/>
            <a:chExt cx="6171286" cy="264033"/>
          </a:xfrm>
        </p:grpSpPr>
        <p:sp>
          <p:nvSpPr>
            <p:cNvPr id="16" name="TextBox 16"/>
            <p:cNvSpPr txBox="1"/>
            <p:nvPr/>
          </p:nvSpPr>
          <p:spPr>
            <a:xfrm>
              <a:off x="945642" y="15598775"/>
              <a:ext cx="61712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150" dirty="0">
                  <a:solidFill>
                    <a:srgbClr val="FFFFFF"/>
                  </a:solidFill>
                  <a:latin typeface="Arial Narrow"/>
                  <a:ea typeface="Arial Narrow"/>
                  <a:cs typeface="Arial Narrow"/>
                </a:rPr>
                <a:t>PHOTO: SPESSIG / CC0 1.0 / CONTINUOUS SPREAD — RIGHT</a:t>
              </a:r>
            </a:p>
          </p:txBody>
        </p:sp>
      </p:grpSp>
      <p:sp>
        <p:nvSpPr>
          <p:cNvPr id="18" name="folio Placeholder Carrier"/>
          <p:cNvSpPr txBox="1"/>
          <p:nvPr>
            <p:ph type="sldNum" idx="4"/>
          </p:nvPr>
        </p:nvSpPr>
        <p:spPr>
          <a:xfrm>
            <a:off x="10280142" y="16179800"/>
            <a:ext cx="2158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31</a:t>
            </a:r>
          </a:p>
        </p:txBody>
      </p:sp>
    </p:spTree>
  </p:cSld>
  <p:clrMapOvr>
    <a:masterClrMapping/>
  </p:clrMapOvr>
  <p:transition p14:dur="400">
    <p:fade/>
  </p:transition>
</p:sld>
</file>

<file path=ppt/slides/slide2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23489" t="0" r="23489" b="0"/>
          <a:stretch>
            <a:fillRect/>
          </a:stretch>
        </p:blipFill>
        <p:spPr>
          <a:xfrm>
            <a:off x="0" y="0"/>
            <a:ext cx="11811000" cy="16706850"/>
          </a:xfrm>
          <a:prstGeom prst="rect">
            <a:avLst/>
          </a:prstGeom>
        </p:spPr>
      </p:pic>
      <p:sp>
        <p:nvSpPr>
          <p:cNvPr id="4" name="photo-veil"/>
          <p:cNvSpPr/>
          <p:nvPr/>
        </p:nvSpPr>
        <p:spPr>
          <a:xfrm>
            <a:off x="0" y="0"/>
            <a:ext cx="11811000" cy="16706850"/>
          </a:xfrm>
          <a:prstGeom prst="rect">
            <a:avLst/>
          </a:prstGeom>
          <a:gradFill>
            <a:gsLst>
              <a:gs pos="0">
                <a:srgbClr val="0A0A0A">
                  <a:alpha val="90000"/>
                </a:srgbClr>
              </a:gs>
              <a:gs pos="45000">
                <a:srgbClr val="0A0A0A">
                  <a:alpha val="56000"/>
                </a:srgbClr>
              </a:gs>
              <a:gs pos="78000">
                <a:srgbClr val="0A0A0A">
                  <a:alpha val="18000"/>
                </a:srgbClr>
              </a:gs>
              <a:gs pos="100000">
                <a:srgbClr val="0A0A0A">
                  <a:alpha val="4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5" name="photo-shade-bottom"/>
          <p:cNvSpPr/>
          <p:nvPr/>
        </p:nvSpPr>
        <p:spPr>
          <a:xfrm>
            <a:off x="0" y="8572500"/>
            <a:ext cx="11811000" cy="8134350"/>
          </a:xfrm>
          <a:prstGeom prst="rect">
            <a:avLst/>
          </a:prstGeom>
          <a:gradFill>
            <a:gsLst>
              <a:gs pos="0">
                <a:srgbClr val="0A0A0A">
                  <a:alpha val="0"/>
                </a:srgbClr>
              </a:gs>
              <a:gs pos="100000">
                <a:srgbClr val="0A0A0A">
                  <a:alpha val="78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6" name="identity-bar"/>
          <p:cNvSpPr/>
          <p:nvPr/>
        </p:nvSpPr>
        <p:spPr>
          <a:xfrm>
            <a:off x="952500" y="819150"/>
            <a:ext cx="4191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7" name="kicker Placeholder Carrier"/>
          <p:cNvSpPr txBox="1"/>
          <p:nvPr>
            <p:ph type="body" idx="2"/>
          </p:nvPr>
        </p:nvSpPr>
        <p:spPr>
          <a:xfrm>
            <a:off x="945642" y="1016000"/>
            <a:ext cx="33293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spc="180" dirty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FEATURE 12 / SEASONAL LIGHT</a:t>
            </a:r>
          </a:p>
        </p:txBody>
      </p:sp>
      <p:sp>
        <p:nvSpPr>
          <p:cNvPr id="8" name="folio-display Placeholder Carrier"/>
          <p:cNvSpPr txBox="1"/>
          <p:nvPr>
            <p:ph type="body" idx="3"/>
          </p:nvPr>
        </p:nvSpPr>
        <p:spPr>
          <a:xfrm>
            <a:off x="6648450" y="1981200"/>
            <a:ext cx="3306539" cy="430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22500" b="1" spc="-750" dirty="0">
                <a:solidFill>
                  <a:srgbClr val="FFE500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  <p:sp>
        <p:nvSpPr>
          <p:cNvPr id="9" name="title-rule"/>
          <p:cNvSpPr/>
          <p:nvPr/>
        </p:nvSpPr>
        <p:spPr>
          <a:xfrm>
            <a:off x="952500" y="10858500"/>
            <a:ext cx="11430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10" name="title Placeholder Carrier"/>
          <p:cNvSpPr txBox="1"/>
          <p:nvPr>
            <p:ph type="title" idx="4"/>
          </p:nvPr>
        </p:nvSpPr>
        <p:spPr>
          <a:xfrm>
            <a:off x="933450" y="11271250"/>
            <a:ext cx="5890746" cy="2771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9300"/>
              </a:lnSpc>
            </a:pPr>
            <a:r>
              <a:rPr lang="en-US" sz="825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season</a:t>
            </a:r>
            <a:br>
              <a:rPr lang="en-US" sz="825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8250" b="1" spc="-112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turns.</a:t>
            </a:r>
          </a:p>
        </p:txBody>
      </p:sp>
      <p:sp>
        <p:nvSpPr>
          <p:cNvPr id="11" name="subtitle Placeholder Carrier"/>
          <p:cNvSpPr txBox="1"/>
          <p:nvPr>
            <p:ph type="subTitle" idx="5"/>
          </p:nvPr>
        </p:nvSpPr>
        <p:spPr>
          <a:xfrm>
            <a:off x="941070" y="14185900"/>
            <a:ext cx="4200011" cy="868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3375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Colour is a temporary agreement</a:t>
            </a:r>
            <a:br>
              <a:rPr lang="en-US" sz="22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-US" sz="22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between light, water and time.</a:t>
            </a:r>
          </a:p>
        </p:txBody>
      </p:sp>
      <p:sp>
        <p:nvSpPr>
          <p:cNvPr id="12" name="credit Placeholder Carrier"/>
          <p:cNvSpPr txBox="1"/>
          <p:nvPr>
            <p:ph type="body" idx="6"/>
          </p:nvPr>
        </p:nvSpPr>
        <p:spPr>
          <a:xfrm>
            <a:off x="945642" y="15598775"/>
            <a:ext cx="63633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spc="150" dirty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PHOTO: ARCHBOB / CC0 1.0 / FULL-BLEED SEASONAL STUDY</a:t>
            </a:r>
          </a:p>
        </p:txBody>
      </p:sp>
      <p:sp>
        <p:nvSpPr>
          <p:cNvPr id="13" name="folio Placeholder Carrier"/>
          <p:cNvSpPr txBox="1"/>
          <p:nvPr>
            <p:ph type="sldNum" idx="7"/>
          </p:nvPr>
        </p:nvSpPr>
        <p:spPr>
          <a:xfrm>
            <a:off x="10280142" y="16179800"/>
            <a:ext cx="2158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32</a:t>
            </a:r>
          </a:p>
        </p:txBody>
      </p:sp>
    </p:spTree>
  </p:cSld>
  <p:clrMapOvr>
    <a:masterClrMapping/>
  </p:clrMapOvr>
  <p:transition p14:dur="400">
    <p:fade/>
  </p:transition>
</p:sld>
</file>

<file path=ppt/slides/slide2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26430" t="0" r="26431" b="0"/>
          <a:stretch>
            <a:fillRect/>
          </a:stretch>
        </p:blipFill>
        <p:spPr>
          <a:xfrm>
            <a:off x="0" y="0"/>
            <a:ext cx="11811000" cy="16706850"/>
          </a:xfrm>
          <a:prstGeom prst="rect">
            <a:avLst/>
          </a:prstGeom>
        </p:spPr>
      </p:pic>
      <p:sp>
        <p:nvSpPr>
          <p:cNvPr id="4" name="photo-shade-bottom"/>
          <p:cNvSpPr/>
          <p:nvPr/>
        </p:nvSpPr>
        <p:spPr>
          <a:xfrm>
            <a:off x="0" y="9334500"/>
            <a:ext cx="7239000" cy="7372350"/>
          </a:xfrm>
          <a:prstGeom prst="rect">
            <a:avLst/>
          </a:prstGeom>
          <a:gradFill>
            <a:gsLst>
              <a:gs pos="0">
                <a:srgbClr val="0A0A0A">
                  <a:alpha val="0"/>
                </a:srgbClr>
              </a:gs>
              <a:gs pos="55000">
                <a:srgbClr val="0A0A0A">
                  <a:alpha val="40000"/>
                </a:srgbClr>
              </a:gs>
              <a:gs pos="100000">
                <a:srgbClr val="0A0A0A">
                  <a:alpha val="86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reading-panel"/>
          <p:cNvSpPr/>
          <p:nvPr/>
        </p:nvSpPr>
        <p:spPr>
          <a:xfrm>
            <a:off x="6858000" y="0"/>
            <a:ext cx="4953000" cy="16706850"/>
          </a:xfrm>
          <a:prstGeom prst="rect">
            <a:avLst/>
          </a:prstGeom>
          <a:solidFill>
            <a:srgbClr val="F7F3E8"/>
          </a:solidFill>
          <a:ln>
            <a:noFill/>
          </a:ln>
        </p:spPr>
      </p:sp>
      <p:sp>
        <p:nvSpPr>
          <p:cNvPr id="6" name="panel-rule"/>
          <p:cNvSpPr/>
          <p:nvPr/>
        </p:nvSpPr>
        <p:spPr>
          <a:xfrm>
            <a:off x="6800850" y="0"/>
            <a:ext cx="57150" cy="167068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7" name="kicker Placeholder Carrier"/>
          <p:cNvSpPr txBox="1"/>
          <p:nvPr>
            <p:ph type="body" idx="2"/>
          </p:nvPr>
        </p:nvSpPr>
        <p:spPr>
          <a:xfrm>
            <a:off x="7423023" y="1028700"/>
            <a:ext cx="1789532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80" spc="15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  <a:t>13 / STILL WATER</a:t>
            </a:r>
          </a:p>
        </p:txBody>
      </p:sp>
      <p:sp>
        <p:nvSpPr>
          <p:cNvPr id="8" name="title Placeholder Carrier"/>
          <p:cNvSpPr txBox="1"/>
          <p:nvPr>
            <p:ph type="title" idx="3"/>
          </p:nvPr>
        </p:nvSpPr>
        <p:spPr>
          <a:xfrm>
            <a:off x="7410450" y="1955800"/>
            <a:ext cx="2646037" cy="1733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5850"/>
              </a:lnSpc>
            </a:pPr>
            <a:r>
              <a:rPr lang="en-US" sz="5100" b="1" spc="-75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A quiet</a:t>
            </a:r>
            <a:br>
              <a:rPr lang="en-US" sz="5100" b="1" spc="-75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</a:br>
            <a:r>
              <a:rPr lang="en-US" sz="5100" b="1" spc="-75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surface.</a:t>
            </a:r>
          </a:p>
        </p:txBody>
      </p:sp>
      <p:sp>
        <p:nvSpPr>
          <p:cNvPr id="9" name="title-rule"/>
          <p:cNvSpPr/>
          <p:nvPr/>
        </p:nvSpPr>
        <p:spPr>
          <a:xfrm>
            <a:off x="7429500" y="1638300"/>
            <a:ext cx="419100" cy="5715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10" name="lead Placeholder Carrier"/>
          <p:cNvSpPr txBox="1"/>
          <p:nvPr>
            <p:ph type="subTitle" idx="4"/>
          </p:nvPr>
        </p:nvSpPr>
        <p:spPr>
          <a:xfrm>
            <a:off x="7420356" y="3898900"/>
            <a:ext cx="2382286" cy="694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A lake holds the sky</a:t>
            </a:r>
            <a:br>
              <a:rPr lang="en-US" sz="180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</a:br>
            <a:r>
              <a:rPr lang="en-US" sz="180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long enough to study it.</a:t>
            </a:r>
          </a:p>
        </p:txBody>
      </p:sp>
      <p:sp>
        <p:nvSpPr>
          <p:cNvPr id="11" name="body Placeholder Carrier"/>
          <p:cNvSpPr txBox="1"/>
          <p:nvPr>
            <p:ph type="body" idx="5"/>
          </p:nvPr>
        </p:nvSpPr>
        <p:spPr>
          <a:xfrm>
            <a:off x="7421499" y="5384800"/>
            <a:ext cx="3038825" cy="41951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550"/>
              </a:lnSpc>
              <a:buNone/>
            </a:pPr>
            <a:r>
              <a:rPr lang="en-US" sz="158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Wind, light and depth change the</a:t>
            </a:r>
            <a:br>
              <a:rPr lang="en-US" sz="158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58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surface before the eye can settle.</a:t>
            </a:r>
            <a:br>
              <a:rPr lang="en-US" sz="158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58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What looks still is usually a</a:t>
            </a:r>
            <a:br>
              <a:rPr lang="en-US" sz="158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58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balance of small movements.</a:t>
            </a:r>
          </a:p>
          <a:p>
            <a:pPr algn="l" marL="0" indent="0">
              <a:lnSpc>
                <a:spcPts val="2550"/>
              </a:lnSpc>
              <a:spcBef>
                <a:spcPts val="2550"/>
              </a:spcBef>
              <a:buNone/>
            </a:pPr>
            <a:r>
              <a:rPr lang="en-US" sz="158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Read the water from the edge</a:t>
            </a:r>
            <a:br>
              <a:rPr lang="en-US" sz="158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58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inward: the strand line, the</a:t>
            </a:r>
            <a:br>
              <a:rPr lang="en-US" sz="158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58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reflection, the place where the</a:t>
            </a:r>
            <a:br>
              <a:rPr lang="en-US" sz="158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58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bottom disappears. Each is a</a:t>
            </a:r>
            <a:br>
              <a:rPr lang="en-US" sz="158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58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different kind of evidence.</a:t>
            </a:r>
          </a:p>
          <a:p>
            <a:pPr algn="l" marL="0" indent="0">
              <a:lnSpc>
                <a:spcPts val="2550"/>
              </a:lnSpc>
              <a:spcBef>
                <a:spcPts val="2550"/>
              </a:spcBef>
              <a:buNone/>
            </a:pPr>
            <a:r>
              <a:rPr lang="en-US" sz="158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Return at another hour. The same</a:t>
            </a:r>
            <a:br>
              <a:rPr lang="en-US" sz="158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58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view will ask a different question.</a:t>
            </a:r>
          </a:p>
        </p:txBody>
      </p:sp>
      <p:sp>
        <p:nvSpPr>
          <p:cNvPr id="12" name="quote-rule"/>
          <p:cNvSpPr/>
          <p:nvPr/>
        </p:nvSpPr>
        <p:spPr>
          <a:xfrm>
            <a:off x="952500" y="12668250"/>
            <a:ext cx="571500" cy="3810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13" name="photo-quote Placeholder Carrier"/>
          <p:cNvSpPr txBox="1"/>
          <p:nvPr>
            <p:ph type="body" idx="6"/>
          </p:nvPr>
        </p:nvSpPr>
        <p:spPr>
          <a:xfrm>
            <a:off x="933450" y="13176250"/>
            <a:ext cx="2636310" cy="1943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4650"/>
              </a:lnSpc>
              <a:buNone/>
            </a:pPr>
            <a:r>
              <a:rPr lang="en-US" sz="3900" i="1" spc="-75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Stillness is</a:t>
            </a:r>
            <a:br>
              <a:rPr lang="en-US" sz="3900" i="1" spc="-75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900" i="1" spc="-75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 form</a:t>
            </a:r>
            <a:br>
              <a:rPr lang="en-US" sz="3900" i="1" spc="-75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900" i="1" spc="-75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of attention.</a:t>
            </a:r>
          </a:p>
        </p:txBody>
      </p:sp>
      <p:sp>
        <p:nvSpPr>
          <p:cNvPr id="14" name="panel-note Placeholder Carrier"/>
          <p:cNvSpPr txBox="1"/>
          <p:nvPr>
            <p:ph type="body" idx="10"/>
          </p:nvPr>
        </p:nvSpPr>
        <p:spPr>
          <a:xfrm>
            <a:off x="7418070" y="11582400"/>
            <a:ext cx="3005245" cy="12401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3150"/>
              </a:lnSpc>
              <a:buNone/>
            </a:pPr>
            <a:r>
              <a:rPr lang="en-US" sz="2250" i="1" spc="-38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The surface is a</a:t>
            </a:r>
            <a:br>
              <a:rPr lang="en-US" sz="2250" i="1" spc="-38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</a:br>
            <a:r>
              <a:rPr lang="en-US" sz="2250" i="1" spc="-38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temporary agreement</a:t>
            </a:r>
            <a:br>
              <a:rPr lang="en-US" sz="2250" i="1" spc="-38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</a:br>
            <a:r>
              <a:rPr lang="en-US" sz="2250" i="1" spc="-38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between wind and light.</a:t>
            </a:r>
          </a:p>
        </p:txBody>
      </p:sp>
      <p:sp>
        <p:nvSpPr>
          <p:cNvPr id="15" name="caption Placeholder Carrier"/>
          <p:cNvSpPr txBox="1"/>
          <p:nvPr>
            <p:ph type="body" idx="7"/>
          </p:nvPr>
        </p:nvSpPr>
        <p:spPr>
          <a:xfrm>
            <a:off x="7423404" y="14941550"/>
            <a:ext cx="2972562" cy="768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100"/>
              </a:lnSpc>
              <a:buNone/>
            </a:pPr>
            <a:r>
              <a:rPr lang="en-US" sz="1200" spc="9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  <a:t>PHOTO: BONNIE MORELAND / CC0 1.0</a:t>
            </a:r>
            <a:br>
              <a:rPr lang="en-US" sz="1200" spc="9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</a:br>
            <a:r>
              <a:rPr lang="en-US" sz="1200" spc="9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  <a:t>LAKE MOUNTAIN LANDSCAPE</a:t>
            </a:r>
            <a:br>
              <a:rPr lang="en-US" sz="1200" spc="9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</a:br>
            <a:r>
              <a:rPr lang="en-US" sz="1200" spc="90" dirty="0">
                <a:solidFill>
                  <a:srgbClr val="5C5C5C"/>
                </a:solidFill>
                <a:latin typeface="Arial Narrow"/>
                <a:ea typeface="Arial Narrow"/>
                <a:cs typeface="Arial Narrow"/>
              </a:rPr>
              <a:t>PHOTOGRAPHIC PANEL STUDY</a:t>
            </a:r>
          </a:p>
        </p:txBody>
      </p:sp>
      <p:sp>
        <p:nvSpPr>
          <p:cNvPr id="16" name="credit Placeholder Carrier"/>
          <p:cNvSpPr txBox="1"/>
          <p:nvPr>
            <p:ph type="body" idx="8"/>
          </p:nvPr>
        </p:nvSpPr>
        <p:spPr>
          <a:xfrm>
            <a:off x="946404" y="15659100"/>
            <a:ext cx="49365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spc="120" dirty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CC0 1.0 / FULL-BLEED PHOTOGRAPH + READING PANEL</a:t>
            </a:r>
          </a:p>
        </p:txBody>
      </p:sp>
      <p:sp>
        <p:nvSpPr>
          <p:cNvPr id="17" name="folio Placeholder Carrier"/>
          <p:cNvSpPr txBox="1"/>
          <p:nvPr>
            <p:ph type="sldNum" idx="9"/>
          </p:nvPr>
        </p:nvSpPr>
        <p:spPr>
          <a:xfrm>
            <a:off x="10280142" y="16179800"/>
            <a:ext cx="2158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33</a:t>
            </a:r>
          </a:p>
        </p:txBody>
      </p:sp>
    </p:spTree>
  </p:cSld>
  <p:clrMapOvr>
    <a:masterClrMapping/>
  </p:clrMapOvr>
  <p:transition p14:dur="400">
    <p:fade/>
  </p:transition>
</p:sld>
</file>

<file path=ppt/slides/slide2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hero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1613" r="0" b="1613"/>
          <a:stretch>
            <a:fillRect/>
          </a:stretch>
        </p:blipFill>
        <p:spPr>
          <a:xfrm>
            <a:off x="0" y="0"/>
            <a:ext cx="11811000" cy="8572500"/>
          </a:xfrm>
          <a:prstGeom prst="rect">
            <a:avLst/>
          </a:prstGeom>
        </p:spPr>
      </p:pic>
      <p:sp>
        <p:nvSpPr>
          <p:cNvPr id="5" name="closing-tab"/>
          <p:cNvSpPr/>
          <p:nvPr/>
        </p:nvSpPr>
        <p:spPr>
          <a:xfrm>
            <a:off x="952500" y="9067800"/>
            <a:ext cx="1428750" cy="76200"/>
          </a:xfrm>
          <a:prstGeom prst="rect">
            <a:avLst/>
          </a:prstGeom>
          <a:solidFill>
            <a:srgbClr val="FFE500"/>
          </a:solidFill>
          <a:ln>
            <a:noFill/>
          </a:ln>
        </p:spPr>
      </p:sp>
      <p:sp>
        <p:nvSpPr>
          <p:cNvPr id="6" name="title Placeholder Carrier"/>
          <p:cNvSpPr txBox="1"/>
          <p:nvPr>
            <p:ph type="title" idx="2"/>
          </p:nvPr>
        </p:nvSpPr>
        <p:spPr>
          <a:xfrm>
            <a:off x="933450" y="9527540"/>
            <a:ext cx="8977725" cy="2552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8700"/>
              </a:lnSpc>
            </a:pPr>
            <a:r>
              <a:rPr lang="en-US" sz="75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Take the questions</a:t>
            </a:r>
            <a:br>
              <a:rPr lang="en-US" sz="75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</a:br>
            <a:r>
              <a:rPr lang="en-US" sz="7500" b="1" spc="-112" dirty="0">
                <a:solidFill>
                  <a:srgbClr val="111111"/>
                </a:solidFill>
                <a:latin typeface="+mj-lt"/>
                <a:ea typeface="+mj-ea"/>
                <a:cs typeface="+mj-cs"/>
              </a:rPr>
              <a:t>with you.</a:t>
            </a:r>
          </a:p>
        </p:txBody>
      </p:sp>
      <p:sp>
        <p:nvSpPr>
          <p:cNvPr id="7" name="subtitle Placeholder Carrier"/>
          <p:cNvSpPr txBox="1"/>
          <p:nvPr>
            <p:ph type="subTitle" idx="3"/>
          </p:nvPr>
        </p:nvSpPr>
        <p:spPr>
          <a:xfrm>
            <a:off x="941070" y="12055475"/>
            <a:ext cx="700330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22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The journey continues in the way you see the world.</a:t>
            </a:r>
          </a:p>
        </p:txBody>
      </p:sp>
      <p:sp>
        <p:nvSpPr>
          <p:cNvPr id="8" name="contact Placeholder Carrier"/>
          <p:cNvSpPr txBox="1"/>
          <p:nvPr>
            <p:ph type="body" idx="4"/>
          </p:nvPr>
        </p:nvSpPr>
        <p:spPr>
          <a:xfrm>
            <a:off x="944880" y="13957300"/>
            <a:ext cx="3647427" cy="1150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CC0 PHOTOGRAPHY</a:t>
            </a:r>
            <a:br>
              <a:rPr lang="en-US" sz="15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5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Bonnie Moreland / Archbob / Martin Eklund</a:t>
            </a:r>
            <a:br>
              <a:rPr lang="en-US" sz="15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5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Bautsch / SpessiG / Hommie09</a:t>
            </a:r>
            <a:br>
              <a:rPr lang="en-US" sz="15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5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Alabama Extension / Bruce Dupree</a:t>
            </a:r>
          </a:p>
        </p:txBody>
      </p:sp>
      <p:sp>
        <p:nvSpPr>
          <p:cNvPr id="9" name="closing Placeholder Carrier"/>
          <p:cNvSpPr txBox="1"/>
          <p:nvPr>
            <p:ph type="body" idx="5"/>
          </p:nvPr>
        </p:nvSpPr>
        <p:spPr>
          <a:xfrm>
            <a:off x="6088380" y="13957300"/>
            <a:ext cx="3604832" cy="1150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SOURCES AND LICENSE</a:t>
            </a:r>
            <a:br>
              <a:rPr lang="en-US" sz="15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5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Source list included with the examples:</a:t>
            </a:r>
            <a:br>
              <a:rPr lang="en-US" sz="15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5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photo-sources.json and image-credits.html</a:t>
            </a:r>
            <a:br>
              <a:rPr lang="en-US" sz="15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</a:br>
            <a:r>
              <a:rPr lang="en-US" sz="1500" dirty="0">
                <a:solidFill>
                  <a:srgbClr val="111111"/>
                </a:solidFill>
                <a:latin typeface="+mn-lt"/>
                <a:ea typeface="+mn-ea"/>
                <a:cs typeface="+mn-cs"/>
              </a:rPr>
              <a:t>Also available on the website.</a:t>
            </a:r>
          </a:p>
        </p:txBody>
      </p:sp>
      <p:sp>
        <p:nvSpPr>
          <p:cNvPr id="10" name="folio Placeholder Carrier"/>
          <p:cNvSpPr txBox="1"/>
          <p:nvPr>
            <p:ph type="sldNum" idx="6"/>
          </p:nvPr>
        </p:nvSpPr>
        <p:spPr>
          <a:xfrm>
            <a:off x="9899142" y="15694025"/>
            <a:ext cx="2158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C5C5C"/>
                </a:solidFill>
                <a:latin typeface="+mn-lt"/>
                <a:ea typeface="+mn-ea"/>
                <a:cs typeface="+mn-cs"/>
              </a:rPr>
              <a:t>34</a:t>
            </a:r>
          </a:p>
        </p:txBody>
      </p: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 Master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en-US</dc:language>
  <cp:lastModifiedBy/>
  <cp:revision>1</cp:revision>
  <dcterms:created xsi:type="dcterms:W3CDTF">2026-10-23T16:09:33Z</dcterms:created>
  <dcterms:modified xsi:type="dcterms:W3CDTF">2026-10-23T16:09:33Z</dcterms:modified>
  <cp:category/>
  <cp:contentStatus/>
</cp:coreProperties>
</file>